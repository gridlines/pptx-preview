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058400" cy="7772400" type="custom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7315200"/>
            <a:ext cx="10058400" cy="457200"/>
          </a:xfrm>
          <a:prstGeom prst="rect">
            <a:avLst/>
          </a:prstGeom>
          <a:solidFill>
            <a:srgbClr val="23537F"/>
          </a:solidFill>
        </p:spPr>
      </p:sp>
      <p:sp>
        <p:nvSpPr>
          <p:cNvPr id="3" name="Shape 3"/>
          <p:cNvSpPr/>
          <p:nvPr/>
        </p:nvSpPr>
        <p:spPr>
          <a:xfrm>
            <a:off x="6248400" y="7315200"/>
            <a:ext cx="3822700" cy="457200"/>
          </a:xfrm>
          <a:custGeom>
            <a:avLst/>
            <a:pathLst>
              <a:path w="3822700" h="457200">
                <a:moveTo order="1">
                  <a:pt x="0" y="457200"/>
                </a:moveTo>
                <a:lnTo order="2">
                  <a:pt x="3823817" y="457200"/>
                </a:lnTo>
                <a:lnTo order="3">
                  <a:pt x="3823817" y="0"/>
                </a:lnTo>
                <a:lnTo order="4">
                  <a:pt x="2090696" y="0"/>
                </a:lnTo>
                <a:cubicBezTo order="5">
                  <a:pt x="1474997" y="184342"/>
                  <a:pt x="772138" y="337825"/>
                  <a:pt x="0" y="457200"/>
                </a:cubicBezTo>
                <a:close order="6"/>
              </a:path>
            </a:pathLst>
          </a:custGeom>
          <a:solidFill>
            <a:srgbClr val="15365C"/>
          </a:solidFill>
        </p:spPr>
      </p:sp>
      <p:sp>
        <p:nvSpPr>
          <p:cNvPr id="4" name="Shape 4"/>
          <p:cNvSpPr/>
          <p:nvPr/>
        </p:nvSpPr>
        <p:spPr>
          <a:xfrm>
            <a:off x="8830733" y="296333"/>
            <a:ext cx="317500" cy="228600"/>
          </a:xfrm>
          <a:custGeom>
            <a:avLst/>
            <a:pathLst>
              <a:path w="317500" h="228600">
                <a:moveTo order="1">
                  <a:pt x="317500" y="228600"/>
                </a:moveTo>
                <a:lnTo order="2">
                  <a:pt x="202818" y="228600"/>
                </a:lnTo>
                <a:lnTo order="3">
                  <a:pt x="202818" y="212725"/>
                </a:lnTo>
                <a:lnTo order="4">
                  <a:pt x="202818" y="212725"/>
                </a:lnTo>
                <a:lnTo order="5">
                  <a:pt x="215560" y="211667"/>
                </a:lnTo>
                <a:lnTo order="6">
                  <a:pt x="225117" y="209550"/>
                </a:lnTo>
                <a:lnTo order="7">
                  <a:pt x="225117" y="209550"/>
                </a:lnTo>
                <a:lnTo order="8">
                  <a:pt x="230426" y="206375"/>
                </a:lnTo>
                <a:lnTo order="9">
                  <a:pt x="232550" y="204258"/>
                </a:lnTo>
                <a:lnTo order="10">
                  <a:pt x="233612" y="201083"/>
                </a:lnTo>
                <a:lnTo order="11">
                  <a:pt x="233612" y="201083"/>
                </a:lnTo>
                <a:lnTo order="12">
                  <a:pt x="235736" y="194733"/>
                </a:lnTo>
                <a:lnTo order="13">
                  <a:pt x="235736" y="186267"/>
                </a:lnTo>
                <a:lnTo order="14">
                  <a:pt x="235736" y="42333"/>
                </a:lnTo>
                <a:lnTo order="15">
                  <a:pt x="149724" y="228600"/>
                </a:lnTo>
                <a:lnTo order="16">
                  <a:pt x="139105" y="228600"/>
                </a:lnTo>
                <a:lnTo order="17">
                  <a:pt x="50970" y="42333"/>
                </a:lnTo>
                <a:lnTo order="18">
                  <a:pt x="50970" y="178858"/>
                </a:lnTo>
                <a:lnTo order="19">
                  <a:pt x="50970" y="178858"/>
                </a:lnTo>
                <a:lnTo order="20">
                  <a:pt x="52032" y="194733"/>
                </a:lnTo>
                <a:lnTo order="21">
                  <a:pt x="52032" y="194733"/>
                </a:lnTo>
                <a:lnTo order="22">
                  <a:pt x="53094" y="200025"/>
                </a:lnTo>
                <a:lnTo order="23">
                  <a:pt x="56279" y="205317"/>
                </a:lnTo>
                <a:lnTo order="24">
                  <a:pt x="56279" y="205317"/>
                </a:lnTo>
                <a:lnTo order="25">
                  <a:pt x="59465" y="208492"/>
                </a:lnTo>
                <a:lnTo order="26">
                  <a:pt x="65836" y="210608"/>
                </a:lnTo>
                <a:lnTo order="27">
                  <a:pt x="65836" y="210608"/>
                </a:lnTo>
                <a:lnTo order="28">
                  <a:pt x="73269" y="212725"/>
                </a:lnTo>
                <a:lnTo order="29">
                  <a:pt x="84950" y="212725"/>
                </a:lnTo>
                <a:lnTo order="30">
                  <a:pt x="84950" y="228600"/>
                </a:lnTo>
                <a:lnTo order="31">
                  <a:pt x="0" y="228600"/>
                </a:lnTo>
                <a:lnTo order="32">
                  <a:pt x="0" y="212725"/>
                </a:lnTo>
                <a:lnTo order="33">
                  <a:pt x="0" y="212725"/>
                </a:lnTo>
                <a:lnTo order="34">
                  <a:pt x="10619" y="212725"/>
                </a:lnTo>
                <a:lnTo order="35">
                  <a:pt x="18052" y="210608"/>
                </a:lnTo>
                <a:lnTo order="36">
                  <a:pt x="18052" y="210608"/>
                </a:lnTo>
                <a:lnTo order="37">
                  <a:pt x="24423" y="208492"/>
                </a:lnTo>
                <a:lnTo order="38">
                  <a:pt x="27609" y="204258"/>
                </a:lnTo>
                <a:lnTo order="39">
                  <a:pt x="27609" y="204258"/>
                </a:lnTo>
                <a:lnTo order="40">
                  <a:pt x="30794" y="200025"/>
                </a:lnTo>
                <a:lnTo order="41">
                  <a:pt x="31856" y="194733"/>
                </a:lnTo>
                <a:lnTo order="42">
                  <a:pt x="31856" y="194733"/>
                </a:lnTo>
                <a:lnTo order="43">
                  <a:pt x="32918" y="178858"/>
                </a:lnTo>
                <a:lnTo order="44">
                  <a:pt x="32918" y="48683"/>
                </a:lnTo>
                <a:lnTo order="45">
                  <a:pt x="32918" y="48683"/>
                </a:lnTo>
                <a:lnTo order="46">
                  <a:pt x="31856" y="37042"/>
                </a:lnTo>
                <a:lnTo order="47">
                  <a:pt x="30794" y="28575"/>
                </a:lnTo>
                <a:lnTo order="48">
                  <a:pt x="30794" y="28575"/>
                </a:lnTo>
                <a:lnTo order="49">
                  <a:pt x="29732" y="25400"/>
                </a:lnTo>
                <a:lnTo order="50">
                  <a:pt x="27609" y="22225"/>
                </a:lnTo>
                <a:lnTo order="51">
                  <a:pt x="25485" y="20108"/>
                </a:lnTo>
                <a:lnTo order="52">
                  <a:pt x="22299" y="19050"/>
                </a:lnTo>
                <a:lnTo order="53">
                  <a:pt x="22299" y="19050"/>
                </a:lnTo>
                <a:lnTo order="54">
                  <a:pt x="19114" y="16933"/>
                </a:lnTo>
                <a:lnTo order="55">
                  <a:pt x="13804" y="15875"/>
                </a:lnTo>
                <a:lnTo order="56">
                  <a:pt x="0" y="14817"/>
                </a:lnTo>
                <a:lnTo order="57">
                  <a:pt x="0" y="0"/>
                </a:lnTo>
                <a:lnTo order="58">
                  <a:pt x="83888" y="0"/>
                </a:lnTo>
                <a:lnTo order="59">
                  <a:pt x="159281" y="160867"/>
                </a:lnTo>
                <a:lnTo order="60">
                  <a:pt x="235736" y="0"/>
                </a:lnTo>
                <a:lnTo order="61">
                  <a:pt x="317500" y="0"/>
                </a:lnTo>
                <a:lnTo order="62">
                  <a:pt x="317500" y="14817"/>
                </a:lnTo>
                <a:lnTo order="63">
                  <a:pt x="317500" y="14817"/>
                </a:lnTo>
                <a:lnTo order="64">
                  <a:pt x="307943" y="15875"/>
                </a:lnTo>
                <a:lnTo order="65">
                  <a:pt x="300510" y="16933"/>
                </a:lnTo>
                <a:lnTo order="66">
                  <a:pt x="294139" y="19050"/>
                </a:lnTo>
                <a:lnTo order="67">
                  <a:pt x="290953" y="21167"/>
                </a:lnTo>
                <a:lnTo order="68">
                  <a:pt x="290953" y="21167"/>
                </a:lnTo>
                <a:lnTo order="69">
                  <a:pt x="287768" y="25400"/>
                </a:lnTo>
                <a:lnTo order="70">
                  <a:pt x="285644" y="29633"/>
                </a:lnTo>
                <a:lnTo order="71">
                  <a:pt x="284582" y="35983"/>
                </a:lnTo>
                <a:lnTo order="72">
                  <a:pt x="284582" y="42333"/>
                </a:lnTo>
                <a:lnTo order="73">
                  <a:pt x="284582" y="186267"/>
                </a:lnTo>
                <a:lnTo order="74">
                  <a:pt x="284582" y="186267"/>
                </a:lnTo>
                <a:lnTo order="75">
                  <a:pt x="284582" y="194733"/>
                </a:lnTo>
                <a:lnTo order="76">
                  <a:pt x="286706" y="201083"/>
                </a:lnTo>
                <a:lnTo order="77">
                  <a:pt x="286706" y="201083"/>
                </a:lnTo>
                <a:lnTo order="78">
                  <a:pt x="287768" y="203200"/>
                </a:lnTo>
                <a:lnTo order="79">
                  <a:pt x="289891" y="206375"/>
                </a:lnTo>
                <a:lnTo order="80">
                  <a:pt x="295201" y="209550"/>
                </a:lnTo>
                <a:lnTo order="81">
                  <a:pt x="295201" y="209550"/>
                </a:lnTo>
                <a:lnTo order="82">
                  <a:pt x="304758" y="211667"/>
                </a:lnTo>
                <a:lnTo order="83">
                  <a:pt x="317500" y="212725"/>
                </a:lnTo>
                <a:lnTo order="84">
                  <a:pt x="317500" y="228600"/>
                </a:lnTo>
                <a:close order="85"/>
              </a:path>
            </a:pathLst>
          </a:custGeom>
          <a:solidFill>
            <a:srgbClr val="2A3E6B"/>
          </a:solidFill>
        </p:spPr>
      </p:sp>
      <p:sp>
        <p:nvSpPr>
          <p:cNvPr id="5" name="Shape 5"/>
          <p:cNvSpPr/>
          <p:nvPr/>
        </p:nvSpPr>
        <p:spPr>
          <a:xfrm>
            <a:off x="91609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64" y="143933"/>
                </a:lnTo>
                <a:lnTo order="4">
                  <a:pt x="234887" y="146050"/>
                </a:lnTo>
                <a:lnTo order="5">
                  <a:pt x="234887" y="146050"/>
                </a:lnTo>
                <a:lnTo order="6">
                  <a:pt x="230636" y="148167"/>
                </a:lnTo>
                <a:lnTo order="7">
                  <a:pt x="227447" y="152400"/>
                </a:lnTo>
                <a:lnTo order="8">
                  <a:pt x="227447" y="152400"/>
                </a:lnTo>
                <a:lnTo order="9">
                  <a:pt x="226384" y="159808"/>
                </a:lnTo>
                <a:lnTo order="10">
                  <a:pt x="226384" y="168275"/>
                </a:lnTo>
                <a:lnTo order="11">
                  <a:pt x="226384" y="222250"/>
                </a:lnTo>
                <a:lnTo order="12">
                  <a:pt x="226384" y="222250"/>
                </a:lnTo>
                <a:lnTo order="13">
                  <a:pt x="213630" y="222250"/>
                </a:lnTo>
                <a:lnTo order="14">
                  <a:pt x="199813" y="224367"/>
                </a:lnTo>
                <a:lnTo order="15">
                  <a:pt x="187059" y="225425"/>
                </a:lnTo>
                <a:lnTo order="16">
                  <a:pt x="173242" y="228600"/>
                </a:lnTo>
                <a:lnTo order="17">
                  <a:pt x="173242" y="228600"/>
                </a:lnTo>
                <a:lnTo order="18">
                  <a:pt x="141357" y="234950"/>
                </a:lnTo>
                <a:lnTo order="19">
                  <a:pt x="141357" y="234950"/>
                </a:lnTo>
                <a:lnTo order="20">
                  <a:pt x="130729" y="236008"/>
                </a:lnTo>
                <a:lnTo order="21">
                  <a:pt x="116912" y="237067"/>
                </a:lnTo>
                <a:lnTo order="22">
                  <a:pt x="116912" y="237067"/>
                </a:lnTo>
                <a:lnTo order="23">
                  <a:pt x="99907" y="236008"/>
                </a:lnTo>
                <a:lnTo order="24">
                  <a:pt x="82901" y="232833"/>
                </a:lnTo>
                <a:lnTo order="25">
                  <a:pt x="68022" y="227542"/>
                </a:lnTo>
                <a:lnTo order="26">
                  <a:pt x="60582" y="223308"/>
                </a:lnTo>
                <a:lnTo order="27">
                  <a:pt x="53142" y="219075"/>
                </a:lnTo>
                <a:lnTo order="28">
                  <a:pt x="53142" y="219075"/>
                </a:lnTo>
                <a:lnTo order="29">
                  <a:pt x="41451" y="210608"/>
                </a:lnTo>
                <a:lnTo order="30">
                  <a:pt x="30822" y="200025"/>
                </a:lnTo>
                <a:lnTo order="31">
                  <a:pt x="21257" y="187325"/>
                </a:lnTo>
                <a:lnTo order="32">
                  <a:pt x="13817" y="174625"/>
                </a:lnTo>
                <a:lnTo order="33">
                  <a:pt x="13817" y="174625"/>
                </a:lnTo>
                <a:lnTo order="34">
                  <a:pt x="7440" y="160867"/>
                </a:lnTo>
                <a:lnTo order="35">
                  <a:pt x="4251" y="147108"/>
                </a:lnTo>
                <a:lnTo order="36">
                  <a:pt x="1063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3" y="102658"/>
                </a:lnTo>
                <a:lnTo order="40">
                  <a:pt x="4251" y="86783"/>
                </a:lnTo>
                <a:lnTo order="41">
                  <a:pt x="9566" y="71967"/>
                </a:lnTo>
                <a:lnTo order="42">
                  <a:pt x="15943" y="58208"/>
                </a:lnTo>
                <a:lnTo order="43">
                  <a:pt x="15943" y="58208"/>
                </a:lnTo>
                <a:lnTo order="44">
                  <a:pt x="24445" y="45508"/>
                </a:lnTo>
                <a:lnTo order="45">
                  <a:pt x="35074" y="33867"/>
                </a:lnTo>
                <a:lnTo order="46">
                  <a:pt x="45702" y="24342"/>
                </a:lnTo>
                <a:lnTo order="47">
                  <a:pt x="58456" y="15875"/>
                </a:lnTo>
                <a:lnTo order="48">
                  <a:pt x="58456" y="15875"/>
                </a:lnTo>
                <a:lnTo order="49">
                  <a:pt x="72273" y="8467"/>
                </a:lnTo>
                <a:lnTo order="50">
                  <a:pt x="87153" y="4233"/>
                </a:lnTo>
                <a:lnTo order="51">
                  <a:pt x="102032" y="1058"/>
                </a:lnTo>
                <a:lnTo order="52">
                  <a:pt x="117975" y="0"/>
                </a:lnTo>
                <a:lnTo order="53">
                  <a:pt x="117975" y="0"/>
                </a:lnTo>
                <a:lnTo order="54">
                  <a:pt x="127540" y="0"/>
                </a:lnTo>
                <a:lnTo order="55">
                  <a:pt x="137106" y="2117"/>
                </a:lnTo>
                <a:lnTo order="56">
                  <a:pt x="145609" y="4233"/>
                </a:lnTo>
                <a:lnTo order="57">
                  <a:pt x="155174" y="6350"/>
                </a:lnTo>
                <a:lnTo order="58">
                  <a:pt x="163677" y="10583"/>
                </a:lnTo>
                <a:lnTo order="59">
                  <a:pt x="172180" y="14817"/>
                </a:lnTo>
                <a:lnTo order="60">
                  <a:pt x="180682" y="20108"/>
                </a:lnTo>
                <a:lnTo order="61">
                  <a:pt x="188122" y="26458"/>
                </a:lnTo>
                <a:lnTo order="62">
                  <a:pt x="188122" y="26458"/>
                </a:lnTo>
                <a:lnTo order="63">
                  <a:pt x="192373" y="17992"/>
                </a:lnTo>
                <a:lnTo order="64">
                  <a:pt x="194499" y="7408"/>
                </a:lnTo>
                <a:lnTo order="65">
                  <a:pt x="211505" y="7408"/>
                </a:lnTo>
                <a:lnTo order="66">
                  <a:pt x="212567" y="81492"/>
                </a:lnTo>
                <a:lnTo order="67">
                  <a:pt x="197688" y="81492"/>
                </a:lnTo>
                <a:lnTo order="68">
                  <a:pt x="197688" y="81492"/>
                </a:lnTo>
                <a:lnTo order="69">
                  <a:pt x="195562" y="73025"/>
                </a:lnTo>
                <a:lnTo order="70">
                  <a:pt x="192373" y="65617"/>
                </a:lnTo>
                <a:lnTo order="71">
                  <a:pt x="188122" y="58208"/>
                </a:lnTo>
                <a:lnTo order="72">
                  <a:pt x="183871" y="50800"/>
                </a:lnTo>
                <a:lnTo order="73">
                  <a:pt x="183871" y="50800"/>
                </a:lnTo>
                <a:lnTo order="74">
                  <a:pt x="178557" y="43392"/>
                </a:lnTo>
                <a:lnTo order="75">
                  <a:pt x="173242" y="38100"/>
                </a:lnTo>
                <a:lnTo order="76">
                  <a:pt x="166865" y="32808"/>
                </a:lnTo>
                <a:lnTo order="77">
                  <a:pt x="159426" y="28575"/>
                </a:lnTo>
                <a:lnTo order="78">
                  <a:pt x="159426" y="28575"/>
                </a:lnTo>
                <a:lnTo order="79">
                  <a:pt x="151986" y="24342"/>
                </a:lnTo>
                <a:lnTo order="80">
                  <a:pt x="144546" y="22225"/>
                </a:lnTo>
                <a:lnTo order="81">
                  <a:pt x="136043" y="20108"/>
                </a:lnTo>
                <a:lnTo order="82">
                  <a:pt x="127540" y="20108"/>
                </a:lnTo>
                <a:lnTo order="83">
                  <a:pt x="127540" y="20108"/>
                </a:lnTo>
                <a:lnTo order="84">
                  <a:pt x="114786" y="21167"/>
                </a:lnTo>
                <a:lnTo order="85">
                  <a:pt x="102032" y="24342"/>
                </a:lnTo>
                <a:lnTo order="86">
                  <a:pt x="102032" y="24342"/>
                </a:lnTo>
                <a:lnTo order="87">
                  <a:pt x="95655" y="27517"/>
                </a:lnTo>
                <a:lnTo order="88">
                  <a:pt x="90341" y="30692"/>
                </a:lnTo>
                <a:lnTo order="89">
                  <a:pt x="85027" y="34925"/>
                </a:lnTo>
                <a:lnTo order="90">
                  <a:pt x="78650" y="40217"/>
                </a:lnTo>
                <a:lnTo order="91">
                  <a:pt x="78650" y="40217"/>
                </a:lnTo>
                <a:lnTo order="92">
                  <a:pt x="74399" y="45508"/>
                </a:lnTo>
                <a:lnTo order="93">
                  <a:pt x="69084" y="52917"/>
                </a:lnTo>
                <a:lnTo order="94">
                  <a:pt x="64833" y="61383"/>
                </a:lnTo>
                <a:lnTo order="95">
                  <a:pt x="61645" y="69850"/>
                </a:lnTo>
                <a:lnTo order="96">
                  <a:pt x="61645" y="69850"/>
                </a:lnTo>
                <a:lnTo order="97">
                  <a:pt x="58456" y="80433"/>
                </a:lnTo>
                <a:lnTo order="98">
                  <a:pt x="57393" y="91017"/>
                </a:lnTo>
                <a:lnTo order="99">
                  <a:pt x="55268" y="103717"/>
                </a:lnTo>
                <a:lnTo order="100">
                  <a:pt x="55268" y="117475"/>
                </a:lnTo>
                <a:lnTo order="101">
                  <a:pt x="55268" y="117475"/>
                </a:lnTo>
                <a:lnTo order="102">
                  <a:pt x="55268" y="129117"/>
                </a:lnTo>
                <a:lnTo order="103">
                  <a:pt x="56330" y="140758"/>
                </a:lnTo>
                <a:lnTo order="104">
                  <a:pt x="58456" y="151342"/>
                </a:lnTo>
                <a:lnTo order="105">
                  <a:pt x="60582" y="162983"/>
                </a:lnTo>
                <a:lnTo order="106">
                  <a:pt x="60582" y="162983"/>
                </a:lnTo>
                <a:lnTo order="107">
                  <a:pt x="63770" y="173567"/>
                </a:lnTo>
                <a:lnTo order="108">
                  <a:pt x="68022" y="183092"/>
                </a:lnTo>
                <a:lnTo order="109">
                  <a:pt x="73336" y="192617"/>
                </a:lnTo>
                <a:lnTo order="110">
                  <a:pt x="80776" y="201083"/>
                </a:lnTo>
                <a:lnTo order="111">
                  <a:pt x="80776" y="201083"/>
                </a:lnTo>
                <a:lnTo order="112">
                  <a:pt x="85027" y="204258"/>
                </a:lnTo>
                <a:lnTo order="113">
                  <a:pt x="89278" y="207433"/>
                </a:lnTo>
                <a:lnTo order="114">
                  <a:pt x="99907" y="212725"/>
                </a:lnTo>
                <a:lnTo order="115">
                  <a:pt x="111598" y="215900"/>
                </a:lnTo>
                <a:lnTo order="116">
                  <a:pt x="125415" y="216958"/>
                </a:lnTo>
                <a:lnTo order="117">
                  <a:pt x="125415" y="216958"/>
                </a:lnTo>
                <a:lnTo order="118">
                  <a:pt x="134980" y="215900"/>
                </a:lnTo>
                <a:lnTo order="119">
                  <a:pt x="144546" y="214842"/>
                </a:lnTo>
                <a:lnTo order="120">
                  <a:pt x="151986" y="212725"/>
                </a:lnTo>
                <a:lnTo order="121">
                  <a:pt x="158363" y="209550"/>
                </a:lnTo>
                <a:lnTo order="122">
                  <a:pt x="158363" y="209550"/>
                </a:lnTo>
                <a:lnTo order="123">
                  <a:pt x="163677" y="206375"/>
                </a:lnTo>
                <a:lnTo order="124">
                  <a:pt x="167928" y="202142"/>
                </a:lnTo>
                <a:lnTo order="125">
                  <a:pt x="171117" y="197908"/>
                </a:lnTo>
                <a:lnTo order="126">
                  <a:pt x="174305" y="192617"/>
                </a:lnTo>
                <a:lnTo order="127">
                  <a:pt x="174305" y="192617"/>
                </a:lnTo>
                <a:lnTo order="128">
                  <a:pt x="176431" y="182033"/>
                </a:lnTo>
                <a:lnTo order="129">
                  <a:pt x="177494" y="170392"/>
                </a:lnTo>
                <a:lnTo order="130">
                  <a:pt x="177494" y="170392"/>
                </a:lnTo>
                <a:lnTo order="131">
                  <a:pt x="176431" y="159808"/>
                </a:lnTo>
                <a:lnTo order="132">
                  <a:pt x="175368" y="152400"/>
                </a:lnTo>
                <a:lnTo order="133">
                  <a:pt x="175368" y="152400"/>
                </a:lnTo>
                <a:lnTo order="134">
                  <a:pt x="174305" y="150283"/>
                </a:lnTo>
                <a:lnTo order="135">
                  <a:pt x="172180" y="148167"/>
                </a:lnTo>
                <a:lnTo order="136">
                  <a:pt x="166865" y="144992"/>
                </a:lnTo>
                <a:lnTo order="137">
                  <a:pt x="166865" y="144992"/>
                </a:lnTo>
                <a:lnTo order="138">
                  <a:pt x="159426" y="142875"/>
                </a:lnTo>
                <a:lnTo order="139">
                  <a:pt x="146671" y="142875"/>
                </a:lnTo>
                <a:lnTo order="140">
                  <a:pt x="146671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6" name="Shape 6"/>
          <p:cNvSpPr/>
          <p:nvPr/>
        </p:nvSpPr>
        <p:spPr>
          <a:xfrm>
            <a:off x="94276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28" y="143933"/>
                </a:lnTo>
                <a:lnTo order="4">
                  <a:pt x="234823" y="146050"/>
                </a:lnTo>
                <a:lnTo order="5">
                  <a:pt x="234823" y="146050"/>
                </a:lnTo>
                <a:lnTo order="6">
                  <a:pt x="231621" y="148167"/>
                </a:lnTo>
                <a:lnTo order="7">
                  <a:pt x="228419" y="152400"/>
                </a:lnTo>
                <a:lnTo order="8">
                  <a:pt x="228419" y="152400"/>
                </a:lnTo>
                <a:lnTo order="9">
                  <a:pt x="227352" y="159808"/>
                </a:lnTo>
                <a:lnTo order="10">
                  <a:pt x="226284" y="168275"/>
                </a:lnTo>
                <a:lnTo order="11">
                  <a:pt x="226284" y="222250"/>
                </a:lnTo>
                <a:lnTo order="12">
                  <a:pt x="226284" y="222250"/>
                </a:lnTo>
                <a:lnTo order="13">
                  <a:pt x="214543" y="222250"/>
                </a:lnTo>
                <a:lnTo order="14">
                  <a:pt x="200667" y="224367"/>
                </a:lnTo>
                <a:lnTo order="15">
                  <a:pt x="187859" y="225425"/>
                </a:lnTo>
                <a:lnTo order="16">
                  <a:pt x="172915" y="228600"/>
                </a:lnTo>
                <a:lnTo order="17">
                  <a:pt x="172915" y="228600"/>
                </a:lnTo>
                <a:lnTo order="18">
                  <a:pt x="141961" y="234950"/>
                </a:lnTo>
                <a:lnTo order="19">
                  <a:pt x="141961" y="234950"/>
                </a:lnTo>
                <a:lnTo order="20">
                  <a:pt x="131288" y="236008"/>
                </a:lnTo>
                <a:lnTo order="21">
                  <a:pt x="117412" y="237067"/>
                </a:lnTo>
                <a:lnTo order="22">
                  <a:pt x="117412" y="237067"/>
                </a:lnTo>
                <a:lnTo order="23">
                  <a:pt x="99266" y="236008"/>
                </a:lnTo>
                <a:lnTo order="24">
                  <a:pt x="83256" y="232833"/>
                </a:lnTo>
                <a:lnTo order="25">
                  <a:pt x="67245" y="227542"/>
                </a:lnTo>
                <a:lnTo order="26">
                  <a:pt x="60841" y="223308"/>
                </a:lnTo>
                <a:lnTo order="27">
                  <a:pt x="53369" y="219075"/>
                </a:lnTo>
                <a:lnTo order="28">
                  <a:pt x="53369" y="219075"/>
                </a:lnTo>
                <a:lnTo order="29">
                  <a:pt x="40560" y="210608"/>
                </a:lnTo>
                <a:lnTo order="30">
                  <a:pt x="29887" y="200025"/>
                </a:lnTo>
                <a:lnTo order="31">
                  <a:pt x="21348" y="187325"/>
                </a:lnTo>
                <a:lnTo order="32">
                  <a:pt x="13876" y="174625"/>
                </a:lnTo>
                <a:lnTo order="33">
                  <a:pt x="13876" y="174625"/>
                </a:lnTo>
                <a:lnTo order="34">
                  <a:pt x="7472" y="160867"/>
                </a:lnTo>
                <a:lnTo order="35">
                  <a:pt x="3202" y="147108"/>
                </a:lnTo>
                <a:lnTo order="36">
                  <a:pt x="1067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7" y="102658"/>
                </a:lnTo>
                <a:lnTo order="40">
                  <a:pt x="4270" y="86783"/>
                </a:lnTo>
                <a:lnTo order="41">
                  <a:pt x="9606" y="71967"/>
                </a:lnTo>
                <a:lnTo order="42">
                  <a:pt x="16011" y="58208"/>
                </a:lnTo>
                <a:lnTo order="43">
                  <a:pt x="16011" y="58208"/>
                </a:lnTo>
                <a:lnTo order="44">
                  <a:pt x="24550" y="45508"/>
                </a:lnTo>
                <a:lnTo order="45">
                  <a:pt x="34156" y="33867"/>
                </a:lnTo>
                <a:lnTo order="46">
                  <a:pt x="45897" y="24342"/>
                </a:lnTo>
                <a:lnTo order="47">
                  <a:pt x="58706" y="15875"/>
                </a:lnTo>
                <a:lnTo order="48">
                  <a:pt x="58706" y="15875"/>
                </a:lnTo>
                <a:lnTo order="49">
                  <a:pt x="72582" y="8467"/>
                </a:lnTo>
                <a:lnTo order="50">
                  <a:pt x="87525" y="4233"/>
                </a:lnTo>
                <a:lnTo order="51">
                  <a:pt x="102468" y="1058"/>
                </a:lnTo>
                <a:lnTo order="52">
                  <a:pt x="118479" y="0"/>
                </a:lnTo>
                <a:lnTo order="53">
                  <a:pt x="118479" y="0"/>
                </a:lnTo>
                <a:lnTo order="54">
                  <a:pt x="128085" y="0"/>
                </a:lnTo>
                <a:lnTo order="55">
                  <a:pt x="136625" y="2117"/>
                </a:lnTo>
                <a:lnTo order="56">
                  <a:pt x="146231" y="4233"/>
                </a:lnTo>
                <a:lnTo order="57">
                  <a:pt x="155837" y="6350"/>
                </a:lnTo>
                <a:lnTo order="58">
                  <a:pt x="164376" y="10583"/>
                </a:lnTo>
                <a:lnTo order="59">
                  <a:pt x="172915" y="14817"/>
                </a:lnTo>
                <a:lnTo order="60">
                  <a:pt x="181454" y="20108"/>
                </a:lnTo>
                <a:lnTo order="61">
                  <a:pt x="188926" y="26458"/>
                </a:lnTo>
                <a:lnTo order="62">
                  <a:pt x="188926" y="26458"/>
                </a:lnTo>
                <a:lnTo order="63">
                  <a:pt x="193196" y="17992"/>
                </a:lnTo>
                <a:lnTo order="64">
                  <a:pt x="195330" y="7408"/>
                </a:lnTo>
                <a:lnTo order="65">
                  <a:pt x="212408" y="7408"/>
                </a:lnTo>
                <a:lnTo order="66">
                  <a:pt x="213476" y="81492"/>
                </a:lnTo>
                <a:lnTo order="67">
                  <a:pt x="198532" y="81492"/>
                </a:lnTo>
                <a:lnTo order="68">
                  <a:pt x="198532" y="81492"/>
                </a:lnTo>
                <a:lnTo order="69">
                  <a:pt x="195330" y="73025"/>
                </a:lnTo>
                <a:lnTo order="70">
                  <a:pt x="193196" y="65617"/>
                </a:lnTo>
                <a:lnTo order="71">
                  <a:pt x="188926" y="58208"/>
                </a:lnTo>
                <a:lnTo order="72">
                  <a:pt x="184657" y="50800"/>
                </a:lnTo>
                <a:lnTo order="73">
                  <a:pt x="184657" y="50800"/>
                </a:lnTo>
                <a:lnTo order="74">
                  <a:pt x="179320" y="43392"/>
                </a:lnTo>
                <a:lnTo order="75">
                  <a:pt x="173983" y="38100"/>
                </a:lnTo>
                <a:lnTo order="76">
                  <a:pt x="167578" y="32808"/>
                </a:lnTo>
                <a:lnTo order="77">
                  <a:pt x="160107" y="28575"/>
                </a:lnTo>
                <a:lnTo order="78">
                  <a:pt x="160107" y="28575"/>
                </a:lnTo>
                <a:lnTo order="79">
                  <a:pt x="152635" y="24342"/>
                </a:lnTo>
                <a:lnTo order="80">
                  <a:pt x="144096" y="22225"/>
                </a:lnTo>
                <a:lnTo order="81">
                  <a:pt x="136625" y="20108"/>
                </a:lnTo>
                <a:lnTo order="82">
                  <a:pt x="128085" y="20108"/>
                </a:lnTo>
                <a:lnTo order="83">
                  <a:pt x="128085" y="20108"/>
                </a:lnTo>
                <a:lnTo order="84">
                  <a:pt x="115277" y="21167"/>
                </a:lnTo>
                <a:lnTo order="85">
                  <a:pt x="102468" y="24342"/>
                </a:lnTo>
                <a:lnTo order="86">
                  <a:pt x="102468" y="24342"/>
                </a:lnTo>
                <a:lnTo order="87">
                  <a:pt x="96064" y="27517"/>
                </a:lnTo>
                <a:lnTo order="88">
                  <a:pt x="90727" y="30692"/>
                </a:lnTo>
                <a:lnTo order="89">
                  <a:pt x="84323" y="34925"/>
                </a:lnTo>
                <a:lnTo order="90">
                  <a:pt x="78986" y="40217"/>
                </a:lnTo>
                <a:lnTo order="91">
                  <a:pt x="78986" y="40217"/>
                </a:lnTo>
                <a:lnTo order="92">
                  <a:pt x="73649" y="45508"/>
                </a:lnTo>
                <a:lnTo order="93">
                  <a:pt x="69380" y="52917"/>
                </a:lnTo>
                <a:lnTo order="94">
                  <a:pt x="65110" y="61383"/>
                </a:lnTo>
                <a:lnTo order="95">
                  <a:pt x="61908" y="69850"/>
                </a:lnTo>
                <a:lnTo order="96">
                  <a:pt x="61908" y="69850"/>
                </a:lnTo>
                <a:lnTo order="97">
                  <a:pt x="58706" y="80433"/>
                </a:lnTo>
                <a:lnTo order="98">
                  <a:pt x="56571" y="91017"/>
                </a:lnTo>
                <a:lnTo order="99">
                  <a:pt x="55504" y="103717"/>
                </a:lnTo>
                <a:lnTo order="100">
                  <a:pt x="55504" y="117475"/>
                </a:lnTo>
                <a:lnTo order="101">
                  <a:pt x="55504" y="117475"/>
                </a:lnTo>
                <a:lnTo order="102">
                  <a:pt x="55504" y="129117"/>
                </a:lnTo>
                <a:lnTo order="103">
                  <a:pt x="56571" y="140758"/>
                </a:lnTo>
                <a:lnTo order="104">
                  <a:pt x="57638" y="151342"/>
                </a:lnTo>
                <a:lnTo order="105">
                  <a:pt x="60841" y="162983"/>
                </a:lnTo>
                <a:lnTo order="106">
                  <a:pt x="60841" y="162983"/>
                </a:lnTo>
                <a:lnTo order="107">
                  <a:pt x="64043" y="173567"/>
                </a:lnTo>
                <a:lnTo order="108">
                  <a:pt x="68312" y="183092"/>
                </a:lnTo>
                <a:lnTo order="109">
                  <a:pt x="73649" y="192617"/>
                </a:lnTo>
                <a:lnTo order="110">
                  <a:pt x="81121" y="201083"/>
                </a:lnTo>
                <a:lnTo order="111">
                  <a:pt x="81121" y="201083"/>
                </a:lnTo>
                <a:lnTo order="112">
                  <a:pt x="85390" y="204258"/>
                </a:lnTo>
                <a:lnTo order="113">
                  <a:pt x="89660" y="207433"/>
                </a:lnTo>
                <a:lnTo order="114">
                  <a:pt x="100334" y="212725"/>
                </a:lnTo>
                <a:lnTo order="115">
                  <a:pt x="112075" y="215900"/>
                </a:lnTo>
                <a:lnTo order="116">
                  <a:pt x="124883" y="216958"/>
                </a:lnTo>
                <a:lnTo order="117">
                  <a:pt x="124883" y="216958"/>
                </a:lnTo>
                <a:lnTo order="118">
                  <a:pt x="135557" y="215900"/>
                </a:lnTo>
                <a:lnTo order="119">
                  <a:pt x="145164" y="214842"/>
                </a:lnTo>
                <a:lnTo order="120">
                  <a:pt x="152635" y="212725"/>
                </a:lnTo>
                <a:lnTo order="121">
                  <a:pt x="159039" y="209550"/>
                </a:lnTo>
                <a:lnTo order="122">
                  <a:pt x="159039" y="209550"/>
                </a:lnTo>
                <a:lnTo order="123">
                  <a:pt x="164376" y="206375"/>
                </a:lnTo>
                <a:lnTo order="124">
                  <a:pt x="168646" y="202142"/>
                </a:lnTo>
                <a:lnTo order="125">
                  <a:pt x="171848" y="197908"/>
                </a:lnTo>
                <a:lnTo order="126">
                  <a:pt x="173983" y="192617"/>
                </a:lnTo>
                <a:lnTo order="127">
                  <a:pt x="173983" y="192617"/>
                </a:lnTo>
                <a:lnTo order="128">
                  <a:pt x="177185" y="182033"/>
                </a:lnTo>
                <a:lnTo order="129">
                  <a:pt x="178252" y="170392"/>
                </a:lnTo>
                <a:lnTo order="130">
                  <a:pt x="178252" y="170392"/>
                </a:lnTo>
                <a:lnTo order="131">
                  <a:pt x="177185" y="159808"/>
                </a:lnTo>
                <a:lnTo order="132">
                  <a:pt x="176118" y="152400"/>
                </a:lnTo>
                <a:lnTo order="133">
                  <a:pt x="176118" y="152400"/>
                </a:lnTo>
                <a:lnTo order="134">
                  <a:pt x="175050" y="150283"/>
                </a:lnTo>
                <a:lnTo order="135">
                  <a:pt x="172915" y="148167"/>
                </a:lnTo>
                <a:lnTo order="136">
                  <a:pt x="167578" y="144992"/>
                </a:lnTo>
                <a:lnTo order="137">
                  <a:pt x="167578" y="144992"/>
                </a:lnTo>
                <a:lnTo order="138">
                  <a:pt x="159039" y="142875"/>
                </a:lnTo>
                <a:lnTo order="139">
                  <a:pt x="147298" y="142875"/>
                </a:lnTo>
                <a:lnTo order="140">
                  <a:pt x="147298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7" name="Shape 7"/>
          <p:cNvSpPr/>
          <p:nvPr/>
        </p:nvSpPr>
        <p:spPr>
          <a:xfrm>
            <a:off x="8830733" y="571500"/>
            <a:ext cx="25400" cy="46567"/>
          </a:xfrm>
          <a:custGeom>
            <a:avLst/>
            <a:pathLst>
              <a:path w="25400" h="46567">
                <a:moveTo order="1">
                  <a:pt x="17670" y="34925"/>
                </a:moveTo>
                <a:lnTo order="2">
                  <a:pt x="17670" y="34925"/>
                </a:lnTo>
                <a:lnTo order="3">
                  <a:pt x="17670" y="39158"/>
                </a:lnTo>
                <a:lnTo order="4">
                  <a:pt x="18774" y="42333"/>
                </a:lnTo>
                <a:lnTo order="5">
                  <a:pt x="20983" y="43392"/>
                </a:lnTo>
                <a:lnTo order="6">
                  <a:pt x="25400" y="44450"/>
                </a:lnTo>
                <a:lnTo order="7">
                  <a:pt x="25400" y="46567"/>
                </a:lnTo>
                <a:lnTo order="8">
                  <a:pt x="25400" y="46567"/>
                </a:lnTo>
                <a:lnTo order="9">
                  <a:pt x="13252" y="45508"/>
                </a:lnTo>
                <a:lnTo order="10">
                  <a:pt x="13252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417" y="43392"/>
                </a:lnTo>
                <a:lnTo order="15">
                  <a:pt x="6626" y="42333"/>
                </a:lnTo>
                <a:lnTo order="16">
                  <a:pt x="7730" y="39158"/>
                </a:lnTo>
                <a:lnTo order="17">
                  <a:pt x="7730" y="34925"/>
                </a:lnTo>
                <a:lnTo order="18">
                  <a:pt x="7730" y="11642"/>
                </a:lnTo>
                <a:lnTo order="19">
                  <a:pt x="7730" y="11642"/>
                </a:lnTo>
                <a:lnTo order="20">
                  <a:pt x="7730" y="6350"/>
                </a:lnTo>
                <a:lnTo order="21">
                  <a:pt x="6626" y="4233"/>
                </a:lnTo>
                <a:lnTo order="22">
                  <a:pt x="4417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3252" y="0"/>
                </a:lnTo>
                <a:lnTo order="27">
                  <a:pt x="13252" y="0"/>
                </a:lnTo>
                <a:lnTo order="28">
                  <a:pt x="25400" y="0"/>
                </a:lnTo>
                <a:lnTo order="29">
                  <a:pt x="25400" y="2117"/>
                </a:lnTo>
                <a:lnTo order="30">
                  <a:pt x="25400" y="2117"/>
                </a:lnTo>
                <a:lnTo order="31">
                  <a:pt x="20983" y="2117"/>
                </a:lnTo>
                <a:lnTo order="32">
                  <a:pt x="18774" y="4233"/>
                </a:lnTo>
                <a:lnTo order="33">
                  <a:pt x="17670" y="6350"/>
                </a:lnTo>
                <a:lnTo order="34">
                  <a:pt x="17670" y="11642"/>
                </a:lnTo>
                <a:lnTo order="35">
                  <a:pt x="17670" y="34925"/>
                </a:lnTo>
                <a:close order="36"/>
              </a:path>
            </a:pathLst>
          </a:custGeom>
          <a:solidFill>
            <a:srgbClr val="2A3E6B"/>
          </a:solidFill>
        </p:spPr>
      </p:sp>
      <p:sp>
        <p:nvSpPr>
          <p:cNvPr id="8" name="Shape 8"/>
          <p:cNvSpPr/>
          <p:nvPr/>
        </p:nvSpPr>
        <p:spPr>
          <a:xfrm>
            <a:off x="8860367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19050" y="43462"/>
                </a:lnTo>
                <a:lnTo order="11">
                  <a:pt x="19050" y="45532"/>
                </a:lnTo>
                <a:lnTo order="12">
                  <a:pt x="19050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6350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6350" y="4139"/>
                </a:lnTo>
                <a:lnTo order="25">
                  <a:pt x="5292" y="3104"/>
                </a:lnTo>
                <a:lnTo order="26">
                  <a:pt x="0" y="2070"/>
                </a:lnTo>
                <a:lnTo order="27">
                  <a:pt x="0" y="0"/>
                </a:lnTo>
                <a:lnTo order="28">
                  <a:pt x="0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4450" y="0"/>
                </a:lnTo>
                <a:lnTo order="43">
                  <a:pt x="44450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6567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9" name="Shape 9"/>
          <p:cNvSpPr/>
          <p:nvPr/>
        </p:nvSpPr>
        <p:spPr>
          <a:xfrm>
            <a:off x="8919633" y="571500"/>
            <a:ext cx="50800" cy="46567"/>
          </a:xfrm>
          <a:custGeom>
            <a:avLst/>
            <a:pathLst>
              <a:path w="50800" h="46567">
                <a:moveTo order="1">
                  <a:pt x="23283" y="46567"/>
                </a:moveTo>
                <a:lnTo order="2">
                  <a:pt x="7408" y="8279"/>
                </a:lnTo>
                <a:lnTo order="3">
                  <a:pt x="7408" y="8279"/>
                </a:lnTo>
                <a:lnTo order="4">
                  <a:pt x="6350" y="5174"/>
                </a:lnTo>
                <a:lnTo order="5">
                  <a:pt x="4233" y="3104"/>
                </a:lnTo>
                <a:lnTo order="6">
                  <a:pt x="3175" y="2070"/>
                </a:lnTo>
                <a:lnTo order="7">
                  <a:pt x="0" y="2070"/>
                </a:lnTo>
                <a:lnTo order="8">
                  <a:pt x="0" y="0"/>
                </a:lnTo>
                <a:lnTo order="9">
                  <a:pt x="0" y="0"/>
                </a:lnTo>
                <a:lnTo order="10">
                  <a:pt x="11642" y="0"/>
                </a:lnTo>
                <a:lnTo order="11">
                  <a:pt x="11642" y="0"/>
                </a:lnTo>
                <a:lnTo order="12">
                  <a:pt x="23283" y="0"/>
                </a:lnTo>
                <a:lnTo order="13">
                  <a:pt x="23283" y="2070"/>
                </a:lnTo>
                <a:lnTo order="14">
                  <a:pt x="23283" y="2070"/>
                </a:lnTo>
                <a:lnTo order="15">
                  <a:pt x="17992" y="2070"/>
                </a:lnTo>
                <a:lnTo order="16">
                  <a:pt x="16933" y="3104"/>
                </a:lnTo>
                <a:lnTo order="17">
                  <a:pt x="15875" y="4139"/>
                </a:lnTo>
                <a:lnTo order="18">
                  <a:pt x="15875" y="4139"/>
                </a:lnTo>
                <a:lnTo order="19">
                  <a:pt x="16933" y="9313"/>
                </a:lnTo>
                <a:lnTo order="20">
                  <a:pt x="19050" y="13453"/>
                </a:lnTo>
                <a:lnTo order="21">
                  <a:pt x="28575" y="36219"/>
                </a:lnTo>
                <a:lnTo order="22">
                  <a:pt x="37042" y="16557"/>
                </a:lnTo>
                <a:lnTo order="23">
                  <a:pt x="37042" y="16557"/>
                </a:lnTo>
                <a:lnTo order="24">
                  <a:pt x="39158" y="11383"/>
                </a:lnTo>
                <a:lnTo order="25">
                  <a:pt x="41275" y="6209"/>
                </a:lnTo>
                <a:lnTo order="26">
                  <a:pt x="41275" y="6209"/>
                </a:lnTo>
                <a:lnTo order="27">
                  <a:pt x="40217" y="4139"/>
                </a:lnTo>
                <a:lnTo order="28">
                  <a:pt x="39158" y="3104"/>
                </a:lnTo>
                <a:lnTo order="29">
                  <a:pt x="33867" y="2070"/>
                </a:lnTo>
                <a:lnTo order="30">
                  <a:pt x="33867" y="0"/>
                </a:lnTo>
                <a:lnTo order="31">
                  <a:pt x="33867" y="0"/>
                </a:lnTo>
                <a:lnTo order="32">
                  <a:pt x="42333" y="0"/>
                </a:lnTo>
                <a:lnTo order="33">
                  <a:pt x="42333" y="0"/>
                </a:lnTo>
                <a:lnTo order="34">
                  <a:pt x="50800" y="0"/>
                </a:lnTo>
                <a:lnTo order="35">
                  <a:pt x="50800" y="2070"/>
                </a:lnTo>
                <a:lnTo order="36">
                  <a:pt x="50800" y="2070"/>
                </a:lnTo>
                <a:lnTo order="37">
                  <a:pt x="47625" y="3104"/>
                </a:lnTo>
                <a:lnTo order="38">
                  <a:pt x="45508" y="4139"/>
                </a:lnTo>
                <a:lnTo order="39">
                  <a:pt x="43392" y="7244"/>
                </a:lnTo>
                <a:lnTo order="40">
                  <a:pt x="42333" y="10348"/>
                </a:lnTo>
                <a:lnTo order="41">
                  <a:pt x="26458" y="46567"/>
                </a:lnTo>
                <a:lnTo order="42">
                  <a:pt x="23283" y="46567"/>
                </a:lnTo>
                <a:close order="43"/>
              </a:path>
            </a:pathLst>
          </a:custGeom>
          <a:solidFill>
            <a:srgbClr val="2A3E6B"/>
          </a:solidFill>
        </p:spPr>
      </p:sp>
      <p:sp>
        <p:nvSpPr>
          <p:cNvPr id="10" name="Shape 10"/>
          <p:cNvSpPr/>
          <p:nvPr/>
        </p:nvSpPr>
        <p:spPr>
          <a:xfrm>
            <a:off x="8974667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358" y="0"/>
                </a:lnTo>
                <a:lnTo order="10">
                  <a:pt x="11358" y="0"/>
                </a:lnTo>
                <a:lnTo order="11">
                  <a:pt x="38203" y="0"/>
                </a:lnTo>
                <a:lnTo order="12">
                  <a:pt x="38203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5488" y="3175"/>
                </a:lnTo>
                <a:lnTo order="23">
                  <a:pt x="15488" y="21167"/>
                </a:lnTo>
                <a:lnTo order="24">
                  <a:pt x="15488" y="21167"/>
                </a:lnTo>
                <a:lnTo order="25">
                  <a:pt x="20650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6846" y="10583"/>
                </a:lnTo>
                <a:lnTo order="29">
                  <a:pt x="28911" y="10583"/>
                </a:lnTo>
                <a:lnTo order="30">
                  <a:pt x="28911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8911" y="31750"/>
                </a:lnTo>
                <a:lnTo order="34">
                  <a:pt x="26846" y="31750"/>
                </a:lnTo>
                <a:lnTo order="35">
                  <a:pt x="26846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5488" y="23283"/>
                </a:lnTo>
                <a:lnTo order="40">
                  <a:pt x="15488" y="37042"/>
                </a:lnTo>
                <a:lnTo order="41">
                  <a:pt x="15488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0650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0976" y="43392"/>
                </a:lnTo>
                <a:lnTo order="48">
                  <a:pt x="35106" y="42333"/>
                </a:lnTo>
                <a:lnTo order="49">
                  <a:pt x="38203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1301" y="46567"/>
                </a:lnTo>
                <a:lnTo order="53">
                  <a:pt x="41301" y="46567"/>
                </a:lnTo>
                <a:lnTo order="54">
                  <a:pt x="11358" y="45508"/>
                </a:lnTo>
                <a:lnTo order="55">
                  <a:pt x="11358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1" name="Shape 11"/>
          <p:cNvSpPr/>
          <p:nvPr/>
        </p:nvSpPr>
        <p:spPr>
          <a:xfrm>
            <a:off x="9029700" y="571500"/>
            <a:ext cx="33867" cy="50800"/>
          </a:xfrm>
          <a:custGeom>
            <a:avLst/>
            <a:pathLst>
              <a:path w="33867" h="50800">
                <a:moveTo order="1">
                  <a:pt x="31682" y="14357"/>
                </a:moveTo>
                <a:lnTo order="2">
                  <a:pt x="29497" y="14357"/>
                </a:lnTo>
                <a:lnTo order="3">
                  <a:pt x="29497" y="14357"/>
                </a:lnTo>
                <a:lnTo order="4">
                  <a:pt x="27312" y="9939"/>
                </a:lnTo>
                <a:lnTo order="5">
                  <a:pt x="25127" y="5522"/>
                </a:lnTo>
                <a:lnTo order="6">
                  <a:pt x="20757" y="3313"/>
                </a:lnTo>
                <a:lnTo order="7">
                  <a:pt x="16387" y="2209"/>
                </a:lnTo>
                <a:lnTo order="8">
                  <a:pt x="16387" y="2209"/>
                </a:lnTo>
                <a:lnTo order="9">
                  <a:pt x="13110" y="2209"/>
                </a:lnTo>
                <a:lnTo order="10">
                  <a:pt x="9832" y="4417"/>
                </a:lnTo>
                <a:lnTo order="11">
                  <a:pt x="8740" y="6626"/>
                </a:lnTo>
                <a:lnTo order="12">
                  <a:pt x="7647" y="9939"/>
                </a:lnTo>
                <a:lnTo order="13">
                  <a:pt x="7647" y="9939"/>
                </a:lnTo>
                <a:lnTo order="14">
                  <a:pt x="8740" y="13252"/>
                </a:lnTo>
                <a:lnTo order="15">
                  <a:pt x="12017" y="15461"/>
                </a:lnTo>
                <a:lnTo order="16">
                  <a:pt x="20757" y="20983"/>
                </a:lnTo>
                <a:lnTo order="17">
                  <a:pt x="26219" y="23191"/>
                </a:lnTo>
                <a:lnTo order="18">
                  <a:pt x="30589" y="26504"/>
                </a:lnTo>
                <a:lnTo order="19">
                  <a:pt x="32774" y="29817"/>
                </a:lnTo>
                <a:lnTo order="20">
                  <a:pt x="33867" y="35339"/>
                </a:lnTo>
                <a:lnTo order="21">
                  <a:pt x="33867" y="35339"/>
                </a:lnTo>
                <a:lnTo order="22">
                  <a:pt x="33867" y="39757"/>
                </a:lnTo>
                <a:lnTo order="23">
                  <a:pt x="32774" y="41965"/>
                </a:lnTo>
                <a:lnTo order="24">
                  <a:pt x="30589" y="45278"/>
                </a:lnTo>
                <a:lnTo order="25">
                  <a:pt x="28404" y="46383"/>
                </a:lnTo>
                <a:lnTo order="26">
                  <a:pt x="22942" y="49696"/>
                </a:lnTo>
                <a:lnTo order="27">
                  <a:pt x="15295" y="50800"/>
                </a:lnTo>
                <a:lnTo order="28">
                  <a:pt x="15295" y="50800"/>
                </a:lnTo>
                <a:lnTo order="29">
                  <a:pt x="8740" y="48591"/>
                </a:lnTo>
                <a:lnTo order="30">
                  <a:pt x="3277" y="46383"/>
                </a:lnTo>
                <a:lnTo order="31">
                  <a:pt x="1092" y="48591"/>
                </a:lnTo>
                <a:lnTo order="32">
                  <a:pt x="0" y="48591"/>
                </a:lnTo>
                <a:lnTo order="33">
                  <a:pt x="0" y="34235"/>
                </a:lnTo>
                <a:lnTo order="34">
                  <a:pt x="2185" y="34235"/>
                </a:lnTo>
                <a:lnTo order="35">
                  <a:pt x="2185" y="34235"/>
                </a:lnTo>
                <a:lnTo order="36">
                  <a:pt x="3277" y="39757"/>
                </a:lnTo>
                <a:lnTo order="37">
                  <a:pt x="6555" y="44174"/>
                </a:lnTo>
                <a:lnTo order="38">
                  <a:pt x="10925" y="47487"/>
                </a:lnTo>
                <a:lnTo order="39">
                  <a:pt x="16387" y="48591"/>
                </a:lnTo>
                <a:lnTo order="40">
                  <a:pt x="16387" y="48591"/>
                </a:lnTo>
                <a:lnTo order="41">
                  <a:pt x="20757" y="47487"/>
                </a:lnTo>
                <a:lnTo order="42">
                  <a:pt x="24034" y="45278"/>
                </a:lnTo>
                <a:lnTo order="43">
                  <a:pt x="26219" y="43070"/>
                </a:lnTo>
                <a:lnTo order="44">
                  <a:pt x="26219" y="38652"/>
                </a:lnTo>
                <a:lnTo order="45">
                  <a:pt x="26219" y="38652"/>
                </a:lnTo>
                <a:lnTo order="46">
                  <a:pt x="25127" y="35339"/>
                </a:lnTo>
                <a:lnTo order="47">
                  <a:pt x="22942" y="32026"/>
                </a:lnTo>
                <a:lnTo order="48">
                  <a:pt x="18572" y="29817"/>
                </a:lnTo>
                <a:lnTo order="49">
                  <a:pt x="13110" y="27609"/>
                </a:lnTo>
                <a:lnTo order="50">
                  <a:pt x="8740" y="25400"/>
                </a:lnTo>
                <a:lnTo order="51">
                  <a:pt x="4370" y="22087"/>
                </a:lnTo>
                <a:lnTo order="52">
                  <a:pt x="1092" y="18774"/>
                </a:lnTo>
                <a:lnTo order="53">
                  <a:pt x="0" y="13252"/>
                </a:lnTo>
                <a:lnTo order="54">
                  <a:pt x="0" y="13252"/>
                </a:lnTo>
                <a:lnTo order="55">
                  <a:pt x="1092" y="7730"/>
                </a:lnTo>
                <a:lnTo order="56">
                  <a:pt x="4370" y="3313"/>
                </a:lnTo>
                <a:lnTo order="57">
                  <a:pt x="8740" y="1104"/>
                </a:lnTo>
                <a:lnTo order="58">
                  <a:pt x="15295" y="0"/>
                </a:lnTo>
                <a:lnTo order="59">
                  <a:pt x="15295" y="0"/>
                </a:lnTo>
                <a:lnTo order="60">
                  <a:pt x="21849" y="1104"/>
                </a:lnTo>
                <a:lnTo order="61">
                  <a:pt x="28404" y="4417"/>
                </a:lnTo>
                <a:lnTo order="62">
                  <a:pt x="29497" y="1104"/>
                </a:lnTo>
                <a:lnTo order="63">
                  <a:pt x="30589" y="1104"/>
                </a:lnTo>
                <a:lnTo order="64">
                  <a:pt x="31682" y="14357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2" name="Shape 12"/>
          <p:cNvSpPr/>
          <p:nvPr/>
        </p:nvSpPr>
        <p:spPr>
          <a:xfrm>
            <a:off x="9067800" y="571500"/>
            <a:ext cx="50800" cy="46567"/>
          </a:xfrm>
          <a:custGeom>
            <a:avLst/>
            <a:pathLst>
              <a:path w="50800" h="46567">
                <a:moveTo order="1">
                  <a:pt x="29817" y="34925"/>
                </a:moveTo>
                <a:lnTo order="2">
                  <a:pt x="29817" y="34925"/>
                </a:lnTo>
                <a:lnTo order="3">
                  <a:pt x="29817" y="39158"/>
                </a:lnTo>
                <a:lnTo order="4">
                  <a:pt x="30922" y="42333"/>
                </a:lnTo>
                <a:lnTo order="5">
                  <a:pt x="33130" y="43392"/>
                </a:lnTo>
                <a:lnTo order="6">
                  <a:pt x="37548" y="44450"/>
                </a:lnTo>
                <a:lnTo order="7">
                  <a:pt x="37548" y="46567"/>
                </a:lnTo>
                <a:lnTo order="8">
                  <a:pt x="37548" y="46567"/>
                </a:lnTo>
                <a:lnTo order="9">
                  <a:pt x="25400" y="45508"/>
                </a:lnTo>
                <a:lnTo order="10">
                  <a:pt x="25400" y="45508"/>
                </a:lnTo>
                <a:lnTo order="11">
                  <a:pt x="13252" y="46567"/>
                </a:lnTo>
                <a:lnTo order="12">
                  <a:pt x="13252" y="44450"/>
                </a:lnTo>
                <a:lnTo order="13">
                  <a:pt x="13252" y="44450"/>
                </a:lnTo>
                <a:lnTo order="14">
                  <a:pt x="17670" y="43392"/>
                </a:lnTo>
                <a:lnTo order="15">
                  <a:pt x="19878" y="42333"/>
                </a:lnTo>
                <a:lnTo order="16">
                  <a:pt x="20983" y="39158"/>
                </a:lnTo>
                <a:lnTo order="17">
                  <a:pt x="20983" y="34925"/>
                </a:lnTo>
                <a:lnTo order="18">
                  <a:pt x="20983" y="4233"/>
                </a:lnTo>
                <a:lnTo order="19">
                  <a:pt x="20983" y="4233"/>
                </a:lnTo>
                <a:lnTo order="20">
                  <a:pt x="19878" y="3175"/>
                </a:lnTo>
                <a:lnTo order="21">
                  <a:pt x="17670" y="2117"/>
                </a:lnTo>
                <a:lnTo order="22">
                  <a:pt x="12148" y="2117"/>
                </a:lnTo>
                <a:lnTo order="23">
                  <a:pt x="12148" y="2117"/>
                </a:lnTo>
                <a:lnTo order="24">
                  <a:pt x="6626" y="3175"/>
                </a:lnTo>
                <a:lnTo order="25">
                  <a:pt x="4417" y="5292"/>
                </a:lnTo>
                <a:lnTo order="26">
                  <a:pt x="2209" y="7408"/>
                </a:lnTo>
                <a:lnTo order="27">
                  <a:pt x="1104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400" y="0"/>
                </a:lnTo>
                <a:lnTo order="32">
                  <a:pt x="2540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9696" y="11642"/>
                </a:lnTo>
                <a:lnTo order="36">
                  <a:pt x="49696" y="11642"/>
                </a:lnTo>
                <a:lnTo order="37">
                  <a:pt x="48591" y="7408"/>
                </a:lnTo>
                <a:lnTo order="38">
                  <a:pt x="46383" y="5292"/>
                </a:lnTo>
                <a:lnTo order="39">
                  <a:pt x="44174" y="3175"/>
                </a:lnTo>
                <a:lnTo order="40">
                  <a:pt x="38652" y="2117"/>
                </a:lnTo>
                <a:lnTo order="41">
                  <a:pt x="33130" y="2117"/>
                </a:lnTo>
                <a:lnTo order="42">
                  <a:pt x="33130" y="2117"/>
                </a:lnTo>
                <a:lnTo order="43">
                  <a:pt x="30922" y="3175"/>
                </a:lnTo>
                <a:lnTo order="44">
                  <a:pt x="29817" y="4233"/>
                </a:lnTo>
                <a:lnTo order="45">
                  <a:pt x="29817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3" name="Shape 13"/>
          <p:cNvSpPr/>
          <p:nvPr/>
        </p:nvSpPr>
        <p:spPr>
          <a:xfrm>
            <a:off x="9122833" y="571500"/>
            <a:ext cx="67733" cy="46567"/>
          </a:xfrm>
          <a:custGeom>
            <a:avLst/>
            <a:pathLst>
              <a:path w="67733" h="46567">
                <a:moveTo order="1">
                  <a:pt x="50254" y="0"/>
                </a:moveTo>
                <a:lnTo order="2">
                  <a:pt x="50254" y="0"/>
                </a:lnTo>
                <a:lnTo order="3">
                  <a:pt x="58994" y="0"/>
                </a:lnTo>
                <a:lnTo order="4">
                  <a:pt x="58994" y="0"/>
                </a:lnTo>
                <a:lnTo order="5">
                  <a:pt x="67733" y="0"/>
                </a:lnTo>
                <a:lnTo order="6">
                  <a:pt x="67733" y="2117"/>
                </a:lnTo>
                <a:lnTo order="7">
                  <a:pt x="67733" y="2117"/>
                </a:lnTo>
                <a:lnTo order="8">
                  <a:pt x="64456" y="2117"/>
                </a:lnTo>
                <a:lnTo order="9">
                  <a:pt x="61178" y="3175"/>
                </a:lnTo>
                <a:lnTo order="10">
                  <a:pt x="60086" y="5292"/>
                </a:lnTo>
                <a:lnTo order="11">
                  <a:pt x="58994" y="9525"/>
                </a:lnTo>
                <a:lnTo order="12">
                  <a:pt x="58994" y="34925"/>
                </a:lnTo>
                <a:lnTo order="13">
                  <a:pt x="58994" y="34925"/>
                </a:lnTo>
                <a:lnTo order="14">
                  <a:pt x="58994" y="39158"/>
                </a:lnTo>
                <a:lnTo order="15">
                  <a:pt x="60086" y="42333"/>
                </a:lnTo>
                <a:lnTo order="16">
                  <a:pt x="62271" y="43392"/>
                </a:lnTo>
                <a:lnTo order="17">
                  <a:pt x="66641" y="44450"/>
                </a:lnTo>
                <a:lnTo order="18">
                  <a:pt x="66641" y="46567"/>
                </a:lnTo>
                <a:lnTo order="19">
                  <a:pt x="66641" y="46567"/>
                </a:lnTo>
                <a:lnTo order="20">
                  <a:pt x="54624" y="45508"/>
                </a:lnTo>
                <a:lnTo order="21">
                  <a:pt x="54624" y="45508"/>
                </a:lnTo>
                <a:lnTo order="22">
                  <a:pt x="41514" y="46567"/>
                </a:lnTo>
                <a:lnTo order="23">
                  <a:pt x="41514" y="44450"/>
                </a:lnTo>
                <a:lnTo order="24">
                  <a:pt x="41514" y="44450"/>
                </a:lnTo>
                <a:lnTo order="25">
                  <a:pt x="46976" y="43392"/>
                </a:lnTo>
                <a:lnTo order="26">
                  <a:pt x="49161" y="42333"/>
                </a:lnTo>
                <a:lnTo order="27">
                  <a:pt x="50254" y="39158"/>
                </a:lnTo>
                <a:lnTo order="28">
                  <a:pt x="50254" y="34925"/>
                </a:lnTo>
                <a:lnTo order="29">
                  <a:pt x="50254" y="7408"/>
                </a:lnTo>
                <a:lnTo order="30">
                  <a:pt x="49161" y="7408"/>
                </a:lnTo>
                <a:lnTo order="31">
                  <a:pt x="30589" y="45508"/>
                </a:lnTo>
                <a:lnTo order="32">
                  <a:pt x="29497" y="45508"/>
                </a:lnTo>
                <a:lnTo order="33">
                  <a:pt x="10925" y="6350"/>
                </a:lnTo>
                <a:lnTo order="34">
                  <a:pt x="10925" y="6350"/>
                </a:lnTo>
                <a:lnTo order="35">
                  <a:pt x="10925" y="34925"/>
                </a:lnTo>
                <a:lnTo order="36">
                  <a:pt x="10925" y="34925"/>
                </a:lnTo>
                <a:lnTo order="37">
                  <a:pt x="12017" y="40217"/>
                </a:lnTo>
                <a:lnTo order="38">
                  <a:pt x="13110" y="42333"/>
                </a:lnTo>
                <a:lnTo order="39">
                  <a:pt x="15295" y="43392"/>
                </a:lnTo>
                <a:lnTo order="40">
                  <a:pt x="19665" y="44450"/>
                </a:lnTo>
                <a:lnTo order="41">
                  <a:pt x="19665" y="46567"/>
                </a:lnTo>
                <a:lnTo order="42">
                  <a:pt x="19665" y="46567"/>
                </a:lnTo>
                <a:lnTo order="43">
                  <a:pt x="9832" y="45508"/>
                </a:lnTo>
                <a:lnTo order="44">
                  <a:pt x="9832" y="45508"/>
                </a:lnTo>
                <a:lnTo order="45">
                  <a:pt x="0" y="46567"/>
                </a:lnTo>
                <a:lnTo order="46">
                  <a:pt x="0" y="44450"/>
                </a:lnTo>
                <a:lnTo order="47">
                  <a:pt x="0" y="44450"/>
                </a:lnTo>
                <a:lnTo order="48">
                  <a:pt x="4370" y="43392"/>
                </a:lnTo>
                <a:lnTo order="49">
                  <a:pt x="6555" y="42333"/>
                </a:lnTo>
                <a:lnTo order="50">
                  <a:pt x="7647" y="40217"/>
                </a:lnTo>
                <a:lnTo order="51">
                  <a:pt x="7647" y="34925"/>
                </a:lnTo>
                <a:lnTo order="52">
                  <a:pt x="7647" y="9525"/>
                </a:lnTo>
                <a:lnTo order="53">
                  <a:pt x="7647" y="9525"/>
                </a:lnTo>
                <a:lnTo order="54">
                  <a:pt x="7647" y="5292"/>
                </a:lnTo>
                <a:lnTo order="55">
                  <a:pt x="5462" y="3175"/>
                </a:lnTo>
                <a:lnTo order="56">
                  <a:pt x="3277" y="2117"/>
                </a:lnTo>
                <a:lnTo order="57">
                  <a:pt x="0" y="2117"/>
                </a:lnTo>
                <a:lnTo order="58">
                  <a:pt x="0" y="0"/>
                </a:lnTo>
                <a:lnTo order="59">
                  <a:pt x="0" y="0"/>
                </a:lnTo>
                <a:lnTo order="60">
                  <a:pt x="8740" y="0"/>
                </a:lnTo>
                <a:lnTo order="61">
                  <a:pt x="8740" y="0"/>
                </a:lnTo>
                <a:lnTo order="62">
                  <a:pt x="17480" y="0"/>
                </a:lnTo>
                <a:lnTo order="63">
                  <a:pt x="33867" y="34925"/>
                </a:lnTo>
                <a:lnTo order="64">
                  <a:pt x="50254" y="0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4" name="Shape 14"/>
          <p:cNvSpPr/>
          <p:nvPr/>
        </p:nvSpPr>
        <p:spPr>
          <a:xfrm>
            <a:off x="9194800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390" y="0"/>
                </a:lnTo>
                <a:lnTo order="10">
                  <a:pt x="12390" y="0"/>
                </a:lnTo>
                <a:lnTo order="11">
                  <a:pt x="39236" y="0"/>
                </a:lnTo>
                <a:lnTo order="12">
                  <a:pt x="39236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6520" y="3175"/>
                </a:lnTo>
                <a:lnTo order="23">
                  <a:pt x="16520" y="21167"/>
                </a:lnTo>
                <a:lnTo order="24">
                  <a:pt x="16520" y="21167"/>
                </a:lnTo>
                <a:lnTo order="25">
                  <a:pt x="21683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7878" y="10583"/>
                </a:lnTo>
                <a:lnTo order="29">
                  <a:pt x="29943" y="10583"/>
                </a:lnTo>
                <a:lnTo order="30">
                  <a:pt x="29943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9943" y="31750"/>
                </a:lnTo>
                <a:lnTo order="34">
                  <a:pt x="27878" y="31750"/>
                </a:lnTo>
                <a:lnTo order="35">
                  <a:pt x="27878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6520" y="23283"/>
                </a:lnTo>
                <a:lnTo order="40">
                  <a:pt x="16520" y="37042"/>
                </a:lnTo>
                <a:lnTo order="41">
                  <a:pt x="16520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1683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2008" y="43392"/>
                </a:lnTo>
                <a:lnTo order="48">
                  <a:pt x="36138" y="42333"/>
                </a:lnTo>
                <a:lnTo order="49">
                  <a:pt x="39236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2333" y="46567"/>
                </a:lnTo>
                <a:lnTo order="53">
                  <a:pt x="42333" y="46567"/>
                </a:lnTo>
                <a:lnTo order="54">
                  <a:pt x="12390" y="45508"/>
                </a:lnTo>
                <a:lnTo order="55">
                  <a:pt x="12390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5" name="Shape 15"/>
          <p:cNvSpPr/>
          <p:nvPr/>
        </p:nvSpPr>
        <p:spPr>
          <a:xfrm>
            <a:off x="9245600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20108" y="43462"/>
                </a:lnTo>
                <a:lnTo order="11">
                  <a:pt x="20108" y="45532"/>
                </a:lnTo>
                <a:lnTo order="12">
                  <a:pt x="20108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7408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7408" y="4139"/>
                </a:lnTo>
                <a:lnTo order="25">
                  <a:pt x="5292" y="3104"/>
                </a:lnTo>
                <a:lnTo order="26">
                  <a:pt x="1058" y="2070"/>
                </a:lnTo>
                <a:lnTo order="27">
                  <a:pt x="1058" y="0"/>
                </a:lnTo>
                <a:lnTo order="28">
                  <a:pt x="1058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5508" y="0"/>
                </a:lnTo>
                <a:lnTo order="43">
                  <a:pt x="45508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7625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6" name="Shape 16"/>
          <p:cNvSpPr/>
          <p:nvPr/>
        </p:nvSpPr>
        <p:spPr>
          <a:xfrm>
            <a:off x="9304867" y="571500"/>
            <a:ext cx="50800" cy="46567"/>
          </a:xfrm>
          <a:custGeom>
            <a:avLst/>
            <a:pathLst>
              <a:path w="50800" h="46567">
                <a:moveTo order="1">
                  <a:pt x="30264" y="34925"/>
                </a:moveTo>
                <a:lnTo order="2">
                  <a:pt x="30264" y="34925"/>
                </a:lnTo>
                <a:lnTo order="3">
                  <a:pt x="30264" y="39158"/>
                </a:lnTo>
                <a:lnTo order="4">
                  <a:pt x="31345" y="42333"/>
                </a:lnTo>
                <a:lnTo order="5">
                  <a:pt x="33506" y="43392"/>
                </a:lnTo>
                <a:lnTo order="6">
                  <a:pt x="37830" y="44450"/>
                </a:lnTo>
                <a:lnTo order="7">
                  <a:pt x="37830" y="46567"/>
                </a:lnTo>
                <a:lnTo order="8">
                  <a:pt x="37830" y="46567"/>
                </a:lnTo>
                <a:lnTo order="9">
                  <a:pt x="25940" y="45508"/>
                </a:lnTo>
                <a:lnTo order="10">
                  <a:pt x="25940" y="45508"/>
                </a:lnTo>
                <a:lnTo order="11">
                  <a:pt x="12970" y="46567"/>
                </a:lnTo>
                <a:lnTo order="12">
                  <a:pt x="12970" y="44450"/>
                </a:lnTo>
                <a:lnTo order="13">
                  <a:pt x="12970" y="44450"/>
                </a:lnTo>
                <a:lnTo order="14">
                  <a:pt x="17294" y="43392"/>
                </a:lnTo>
                <a:lnTo order="15">
                  <a:pt x="20536" y="42333"/>
                </a:lnTo>
                <a:lnTo order="16">
                  <a:pt x="20536" y="39158"/>
                </a:lnTo>
                <a:lnTo order="17">
                  <a:pt x="21617" y="34925"/>
                </a:lnTo>
                <a:lnTo order="18">
                  <a:pt x="21617" y="4233"/>
                </a:lnTo>
                <a:lnTo order="19">
                  <a:pt x="21617" y="4233"/>
                </a:lnTo>
                <a:lnTo order="20">
                  <a:pt x="20536" y="3175"/>
                </a:lnTo>
                <a:lnTo order="21">
                  <a:pt x="18374" y="2117"/>
                </a:lnTo>
                <a:lnTo order="22">
                  <a:pt x="12970" y="2117"/>
                </a:lnTo>
                <a:lnTo order="23">
                  <a:pt x="12970" y="2117"/>
                </a:lnTo>
                <a:lnTo order="24">
                  <a:pt x="7566" y="3175"/>
                </a:lnTo>
                <a:lnTo order="25">
                  <a:pt x="4323" y="5292"/>
                </a:lnTo>
                <a:lnTo order="26">
                  <a:pt x="3243" y="7408"/>
                </a:lnTo>
                <a:lnTo order="27">
                  <a:pt x="2162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940" y="0"/>
                </a:lnTo>
                <a:lnTo order="32">
                  <a:pt x="2594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8638" y="11642"/>
                </a:lnTo>
                <a:lnTo order="36">
                  <a:pt x="48638" y="11642"/>
                </a:lnTo>
                <a:lnTo order="37">
                  <a:pt x="48638" y="7408"/>
                </a:lnTo>
                <a:lnTo order="38">
                  <a:pt x="46477" y="5292"/>
                </a:lnTo>
                <a:lnTo order="39">
                  <a:pt x="43234" y="3175"/>
                </a:lnTo>
                <a:lnTo order="40">
                  <a:pt x="38911" y="2117"/>
                </a:lnTo>
                <a:lnTo order="41">
                  <a:pt x="33506" y="2117"/>
                </a:lnTo>
                <a:lnTo order="42">
                  <a:pt x="33506" y="2117"/>
                </a:lnTo>
                <a:lnTo order="43">
                  <a:pt x="31345" y="3175"/>
                </a:lnTo>
                <a:lnTo order="44">
                  <a:pt x="30264" y="4233"/>
                </a:lnTo>
                <a:lnTo order="45">
                  <a:pt x="30264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7" name="Shape 17"/>
          <p:cNvSpPr/>
          <p:nvPr/>
        </p:nvSpPr>
        <p:spPr>
          <a:xfrm>
            <a:off x="9385300" y="571500"/>
            <a:ext cx="55033" cy="50800"/>
          </a:xfrm>
          <a:custGeom>
            <a:avLst/>
            <a:pathLst>
              <a:path w="55033" h="50800">
                <a:moveTo order="1">
                  <a:pt x="43163" y="1104"/>
                </a:moveTo>
                <a:lnTo order="2">
                  <a:pt x="44242" y="1104"/>
                </a:lnTo>
                <a:lnTo order="3">
                  <a:pt x="45322" y="15461"/>
                </a:lnTo>
                <a:lnTo order="4">
                  <a:pt x="43163" y="15461"/>
                </a:lnTo>
                <a:lnTo order="5">
                  <a:pt x="43163" y="15461"/>
                </a:lnTo>
                <a:lnTo order="6">
                  <a:pt x="41005" y="9939"/>
                </a:lnTo>
                <a:lnTo order="7">
                  <a:pt x="37768" y="5522"/>
                </a:lnTo>
                <a:lnTo order="8">
                  <a:pt x="33452" y="3313"/>
                </a:lnTo>
                <a:lnTo order="9">
                  <a:pt x="28056" y="2209"/>
                </a:lnTo>
                <a:lnTo order="10">
                  <a:pt x="28056" y="2209"/>
                </a:lnTo>
                <a:lnTo order="11">
                  <a:pt x="23740" y="2209"/>
                </a:lnTo>
                <a:lnTo order="12">
                  <a:pt x="19424" y="4417"/>
                </a:lnTo>
                <a:lnTo order="13">
                  <a:pt x="16186" y="6626"/>
                </a:lnTo>
                <a:lnTo order="14">
                  <a:pt x="14028" y="9939"/>
                </a:lnTo>
                <a:lnTo order="15">
                  <a:pt x="12949" y="13252"/>
                </a:lnTo>
                <a:lnTo order="16">
                  <a:pt x="11870" y="16565"/>
                </a:lnTo>
                <a:lnTo order="17">
                  <a:pt x="10791" y="25400"/>
                </a:lnTo>
                <a:lnTo order="18">
                  <a:pt x="10791" y="25400"/>
                </a:lnTo>
                <a:lnTo order="19">
                  <a:pt x="11870" y="33130"/>
                </a:lnTo>
                <a:lnTo order="20">
                  <a:pt x="12949" y="37548"/>
                </a:lnTo>
                <a:lnTo order="21">
                  <a:pt x="14028" y="40861"/>
                </a:lnTo>
                <a:lnTo order="22">
                  <a:pt x="16186" y="44174"/>
                </a:lnTo>
                <a:lnTo order="23">
                  <a:pt x="19424" y="46383"/>
                </a:lnTo>
                <a:lnTo order="24">
                  <a:pt x="22661" y="47487"/>
                </a:lnTo>
                <a:lnTo order="25">
                  <a:pt x="26977" y="48591"/>
                </a:lnTo>
                <a:lnTo order="26">
                  <a:pt x="26977" y="48591"/>
                </a:lnTo>
                <a:lnTo order="27">
                  <a:pt x="33452" y="47487"/>
                </a:lnTo>
                <a:lnTo order="28">
                  <a:pt x="36689" y="45278"/>
                </a:lnTo>
                <a:lnTo order="29">
                  <a:pt x="38847" y="40861"/>
                </a:lnTo>
                <a:lnTo order="30">
                  <a:pt x="39926" y="37548"/>
                </a:lnTo>
                <a:lnTo order="31">
                  <a:pt x="39926" y="37548"/>
                </a:lnTo>
                <a:lnTo order="32">
                  <a:pt x="38847" y="34235"/>
                </a:lnTo>
                <a:lnTo order="33">
                  <a:pt x="37768" y="33130"/>
                </a:lnTo>
                <a:lnTo order="34">
                  <a:pt x="35610" y="32026"/>
                </a:lnTo>
                <a:lnTo order="35">
                  <a:pt x="32373" y="30922"/>
                </a:lnTo>
                <a:lnTo order="36">
                  <a:pt x="32373" y="29817"/>
                </a:lnTo>
                <a:lnTo order="37">
                  <a:pt x="55033" y="29817"/>
                </a:lnTo>
                <a:lnTo order="38">
                  <a:pt x="55033" y="30922"/>
                </a:lnTo>
                <a:lnTo order="39">
                  <a:pt x="55033" y="30922"/>
                </a:lnTo>
                <a:lnTo order="40">
                  <a:pt x="51796" y="32026"/>
                </a:lnTo>
                <a:lnTo order="41">
                  <a:pt x="49638" y="32026"/>
                </a:lnTo>
                <a:lnTo order="42">
                  <a:pt x="48559" y="34235"/>
                </a:lnTo>
                <a:lnTo order="43">
                  <a:pt x="48559" y="36443"/>
                </a:lnTo>
                <a:lnTo order="44">
                  <a:pt x="48559" y="44174"/>
                </a:lnTo>
                <a:lnTo order="45">
                  <a:pt x="48559" y="44174"/>
                </a:lnTo>
                <a:lnTo order="46">
                  <a:pt x="43163" y="45278"/>
                </a:lnTo>
                <a:lnTo order="47">
                  <a:pt x="37768" y="47487"/>
                </a:lnTo>
                <a:lnTo order="48">
                  <a:pt x="32373" y="49696"/>
                </a:lnTo>
                <a:lnTo order="49">
                  <a:pt x="25898" y="50800"/>
                </a:lnTo>
                <a:lnTo order="50">
                  <a:pt x="25898" y="50800"/>
                </a:lnTo>
                <a:lnTo order="51">
                  <a:pt x="19424" y="49696"/>
                </a:lnTo>
                <a:lnTo order="52">
                  <a:pt x="14028" y="48591"/>
                </a:lnTo>
                <a:lnTo order="53">
                  <a:pt x="10791" y="46383"/>
                </a:lnTo>
                <a:lnTo order="54">
                  <a:pt x="6475" y="44174"/>
                </a:lnTo>
                <a:lnTo order="55">
                  <a:pt x="4316" y="39757"/>
                </a:lnTo>
                <a:lnTo order="56">
                  <a:pt x="2158" y="36443"/>
                </a:lnTo>
                <a:lnTo order="57">
                  <a:pt x="1079" y="30922"/>
                </a:lnTo>
                <a:lnTo order="58">
                  <a:pt x="0" y="25400"/>
                </a:lnTo>
                <a:lnTo order="59">
                  <a:pt x="0" y="25400"/>
                </a:lnTo>
                <a:lnTo order="60">
                  <a:pt x="1079" y="19878"/>
                </a:lnTo>
                <a:lnTo order="61">
                  <a:pt x="2158" y="14357"/>
                </a:lnTo>
                <a:lnTo order="62">
                  <a:pt x="4316" y="11043"/>
                </a:lnTo>
                <a:lnTo order="63">
                  <a:pt x="7554" y="6626"/>
                </a:lnTo>
                <a:lnTo order="64">
                  <a:pt x="11870" y="4417"/>
                </a:lnTo>
                <a:lnTo order="65">
                  <a:pt x="16186" y="2209"/>
                </a:lnTo>
                <a:lnTo order="66">
                  <a:pt x="20503" y="0"/>
                </a:lnTo>
                <a:lnTo order="67">
                  <a:pt x="26977" y="0"/>
                </a:lnTo>
                <a:lnTo order="68">
                  <a:pt x="26977" y="0"/>
                </a:lnTo>
                <a:lnTo order="69">
                  <a:pt x="34531" y="1104"/>
                </a:lnTo>
                <a:lnTo order="70">
                  <a:pt x="42084" y="3313"/>
                </a:lnTo>
                <a:lnTo order="71">
                  <a:pt x="43163" y="1104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18" name="Shape 18"/>
          <p:cNvSpPr/>
          <p:nvPr/>
        </p:nvSpPr>
        <p:spPr>
          <a:xfrm>
            <a:off x="9440333" y="571500"/>
            <a:ext cx="50800" cy="46567"/>
          </a:xfrm>
          <a:custGeom>
            <a:avLst/>
            <a:pathLst>
              <a:path w="50800" h="46567">
                <a:moveTo order="1">
                  <a:pt x="7408" y="11642"/>
                </a:moveTo>
                <a:lnTo order="2">
                  <a:pt x="7408" y="11642"/>
                </a:lnTo>
                <a:lnTo order="3">
                  <a:pt x="7408" y="6350"/>
                </a:lnTo>
                <a:lnTo order="4">
                  <a:pt x="6350" y="4233"/>
                </a:lnTo>
                <a:lnTo order="5">
                  <a:pt x="4233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642" y="0"/>
                </a:lnTo>
                <a:lnTo order="10">
                  <a:pt x="11642" y="0"/>
                </a:lnTo>
                <a:lnTo order="11">
                  <a:pt x="24342" y="0"/>
                </a:lnTo>
                <a:lnTo order="12">
                  <a:pt x="24342" y="0"/>
                </a:lnTo>
                <a:lnTo order="13">
                  <a:pt x="31750" y="1058"/>
                </a:lnTo>
                <a:lnTo order="14">
                  <a:pt x="37042" y="2117"/>
                </a:lnTo>
                <a:lnTo order="15">
                  <a:pt x="40217" y="4233"/>
                </a:lnTo>
                <a:lnTo order="16">
                  <a:pt x="41275" y="6350"/>
                </a:lnTo>
                <a:lnTo order="17">
                  <a:pt x="42333" y="8467"/>
                </a:lnTo>
                <a:lnTo order="18">
                  <a:pt x="43392" y="11642"/>
                </a:lnTo>
                <a:lnTo order="19">
                  <a:pt x="43392" y="11642"/>
                </a:lnTo>
                <a:lnTo order="20">
                  <a:pt x="42333" y="15875"/>
                </a:lnTo>
                <a:lnTo order="21">
                  <a:pt x="39158" y="20108"/>
                </a:lnTo>
                <a:lnTo order="22">
                  <a:pt x="34925" y="22225"/>
                </a:lnTo>
                <a:lnTo order="23">
                  <a:pt x="28575" y="23283"/>
                </a:lnTo>
                <a:lnTo order="24">
                  <a:pt x="41275" y="38100"/>
                </a:lnTo>
                <a:lnTo order="25">
                  <a:pt x="41275" y="38100"/>
                </a:lnTo>
                <a:lnTo order="26">
                  <a:pt x="45508" y="42333"/>
                </a:lnTo>
                <a:lnTo order="27">
                  <a:pt x="47625" y="43392"/>
                </a:lnTo>
                <a:lnTo order="28">
                  <a:pt x="50800" y="44450"/>
                </a:lnTo>
                <a:lnTo order="29">
                  <a:pt x="50800" y="46567"/>
                </a:lnTo>
                <a:lnTo order="30">
                  <a:pt x="50800" y="46567"/>
                </a:lnTo>
                <a:lnTo order="31">
                  <a:pt x="44450" y="45508"/>
                </a:lnTo>
                <a:lnTo order="32">
                  <a:pt x="44450" y="45508"/>
                </a:lnTo>
                <a:lnTo order="33">
                  <a:pt x="37042" y="46567"/>
                </a:lnTo>
                <a:lnTo order="34">
                  <a:pt x="22225" y="27517"/>
                </a:lnTo>
                <a:lnTo order="35">
                  <a:pt x="22225" y="27517"/>
                </a:lnTo>
                <a:lnTo order="36">
                  <a:pt x="20108" y="25400"/>
                </a:lnTo>
                <a:lnTo order="37">
                  <a:pt x="15875" y="25400"/>
                </a:lnTo>
                <a:lnTo order="38">
                  <a:pt x="15875" y="34925"/>
                </a:lnTo>
                <a:lnTo order="39">
                  <a:pt x="15875" y="34925"/>
                </a:lnTo>
                <a:lnTo order="40">
                  <a:pt x="15875" y="39158"/>
                </a:lnTo>
                <a:lnTo order="41">
                  <a:pt x="16933" y="42333"/>
                </a:lnTo>
                <a:lnTo order="42">
                  <a:pt x="19050" y="43392"/>
                </a:lnTo>
                <a:lnTo order="43">
                  <a:pt x="24342" y="44450"/>
                </a:lnTo>
                <a:lnTo order="44">
                  <a:pt x="24342" y="46567"/>
                </a:lnTo>
                <a:lnTo order="45">
                  <a:pt x="24342" y="46567"/>
                </a:lnTo>
                <a:lnTo order="46">
                  <a:pt x="11642" y="45508"/>
                </a:lnTo>
                <a:lnTo order="47">
                  <a:pt x="11642" y="45508"/>
                </a:lnTo>
                <a:lnTo order="48">
                  <a:pt x="0" y="46567"/>
                </a:lnTo>
                <a:lnTo order="49">
                  <a:pt x="0" y="44450"/>
                </a:lnTo>
                <a:lnTo order="50">
                  <a:pt x="0" y="44450"/>
                </a:lnTo>
                <a:lnTo order="51">
                  <a:pt x="4233" y="43392"/>
                </a:lnTo>
                <a:lnTo order="52">
                  <a:pt x="6350" y="42333"/>
                </a:lnTo>
                <a:lnTo order="53">
                  <a:pt x="7408" y="39158"/>
                </a:lnTo>
                <a:lnTo order="54">
                  <a:pt x="7408" y="34925"/>
                </a:lnTo>
                <a:lnTo order="55">
                  <a:pt x="7408" y="11642"/>
                </a:lnTo>
                <a:close order="56"/>
                <a:moveTo order="57">
                  <a:pt x="15875" y="23283"/>
                </a:moveTo>
                <a:lnTo order="58">
                  <a:pt x="20108" y="23283"/>
                </a:lnTo>
                <a:lnTo order="59">
                  <a:pt x="20108" y="23283"/>
                </a:lnTo>
                <a:lnTo order="60">
                  <a:pt x="25400" y="22225"/>
                </a:lnTo>
                <a:lnTo order="61">
                  <a:pt x="29633" y="20108"/>
                </a:lnTo>
                <a:lnTo order="62">
                  <a:pt x="31750" y="16933"/>
                </a:lnTo>
                <a:lnTo order="63">
                  <a:pt x="32808" y="12700"/>
                </a:lnTo>
                <a:lnTo order="64">
                  <a:pt x="32808" y="12700"/>
                </a:lnTo>
                <a:lnTo order="65">
                  <a:pt x="31750" y="8467"/>
                </a:lnTo>
                <a:lnTo order="66">
                  <a:pt x="29633" y="4233"/>
                </a:lnTo>
                <a:lnTo order="67">
                  <a:pt x="26458" y="3175"/>
                </a:lnTo>
                <a:lnTo order="68">
                  <a:pt x="21167" y="2117"/>
                </a:lnTo>
                <a:lnTo order="69">
                  <a:pt x="21167" y="2117"/>
                </a:lnTo>
                <a:lnTo order="70">
                  <a:pt x="17992" y="2117"/>
                </a:lnTo>
                <a:lnTo order="71">
                  <a:pt x="16933" y="3175"/>
                </a:lnTo>
                <a:lnTo order="72">
                  <a:pt x="15875" y="4233"/>
                </a:lnTo>
                <a:lnTo order="73">
                  <a:pt x="15875" y="23283"/>
                </a:lnTo>
                <a:close order="74"/>
              </a:path>
            </a:pathLst>
          </a:custGeom>
          <a:solidFill>
            <a:srgbClr val="2A3E6B"/>
          </a:solidFill>
        </p:spPr>
      </p:sp>
      <p:sp>
        <p:nvSpPr>
          <p:cNvPr id="19" name="Shape 19"/>
          <p:cNvSpPr/>
          <p:nvPr/>
        </p:nvSpPr>
        <p:spPr>
          <a:xfrm>
            <a:off x="9495367" y="571500"/>
            <a:ext cx="50800" cy="50800"/>
          </a:xfrm>
          <a:custGeom>
            <a:avLst/>
            <a:pathLst>
              <a:path w="50800" h="50800">
                <a:moveTo order="1">
                  <a:pt x="24882" y="50800"/>
                </a:moveTo>
                <a:lnTo order="2">
                  <a:pt x="24882" y="50800"/>
                </a:lnTo>
                <a:lnTo order="3">
                  <a:pt x="19698" y="49696"/>
                </a:lnTo>
                <a:lnTo order="4">
                  <a:pt x="14514" y="48591"/>
                </a:lnTo>
                <a:lnTo order="5">
                  <a:pt x="10367" y="46383"/>
                </a:lnTo>
                <a:lnTo order="6">
                  <a:pt x="7257" y="43070"/>
                </a:lnTo>
                <a:lnTo order="7">
                  <a:pt x="4147" y="39757"/>
                </a:lnTo>
                <a:lnTo order="8">
                  <a:pt x="2073" y="35339"/>
                </a:lnTo>
                <a:lnTo order="9">
                  <a:pt x="1037" y="30922"/>
                </a:lnTo>
                <a:lnTo order="10">
                  <a:pt x="0" y="25400"/>
                </a:lnTo>
                <a:lnTo order="11">
                  <a:pt x="0" y="25400"/>
                </a:lnTo>
                <a:lnTo order="12">
                  <a:pt x="1037" y="19878"/>
                </a:lnTo>
                <a:lnTo order="13">
                  <a:pt x="2073" y="15461"/>
                </a:lnTo>
                <a:lnTo order="14">
                  <a:pt x="4147" y="11043"/>
                </a:lnTo>
                <a:lnTo order="15">
                  <a:pt x="7257" y="6626"/>
                </a:lnTo>
                <a:lnTo order="16">
                  <a:pt x="10367" y="4417"/>
                </a:lnTo>
                <a:lnTo order="17">
                  <a:pt x="14514" y="2209"/>
                </a:lnTo>
                <a:lnTo order="18">
                  <a:pt x="19698" y="0"/>
                </a:lnTo>
                <a:lnTo order="19">
                  <a:pt x="24882" y="0"/>
                </a:lnTo>
                <a:lnTo order="20">
                  <a:pt x="24882" y="0"/>
                </a:lnTo>
                <a:lnTo order="21">
                  <a:pt x="31102" y="0"/>
                </a:lnTo>
                <a:lnTo order="22">
                  <a:pt x="36286" y="2209"/>
                </a:lnTo>
                <a:lnTo order="23">
                  <a:pt x="40433" y="4417"/>
                </a:lnTo>
                <a:lnTo order="24">
                  <a:pt x="43543" y="6626"/>
                </a:lnTo>
                <a:lnTo order="25">
                  <a:pt x="46653" y="11043"/>
                </a:lnTo>
                <a:lnTo order="26">
                  <a:pt x="48727" y="15461"/>
                </a:lnTo>
                <a:lnTo order="27">
                  <a:pt x="49763" y="19878"/>
                </a:lnTo>
                <a:lnTo order="28">
                  <a:pt x="50800" y="25400"/>
                </a:lnTo>
                <a:lnTo order="29">
                  <a:pt x="50800" y="25400"/>
                </a:lnTo>
                <a:lnTo order="30">
                  <a:pt x="49763" y="30922"/>
                </a:lnTo>
                <a:lnTo order="31">
                  <a:pt x="48727" y="35339"/>
                </a:lnTo>
                <a:lnTo order="32">
                  <a:pt x="46653" y="39757"/>
                </a:lnTo>
                <a:lnTo order="33">
                  <a:pt x="43543" y="43070"/>
                </a:lnTo>
                <a:lnTo order="34">
                  <a:pt x="40433" y="46383"/>
                </a:lnTo>
                <a:lnTo order="35">
                  <a:pt x="36286" y="48591"/>
                </a:lnTo>
                <a:lnTo order="36">
                  <a:pt x="31102" y="49696"/>
                </a:lnTo>
                <a:lnTo order="37">
                  <a:pt x="24882" y="50800"/>
                </a:lnTo>
                <a:lnTo order="38">
                  <a:pt x="24882" y="50800"/>
                </a:lnTo>
                <a:close order="39"/>
                <a:moveTo order="40">
                  <a:pt x="24882" y="2209"/>
                </a:moveTo>
                <a:lnTo order="41">
                  <a:pt x="24882" y="2209"/>
                </a:lnTo>
                <a:lnTo order="42">
                  <a:pt x="21771" y="2209"/>
                </a:lnTo>
                <a:lnTo order="43">
                  <a:pt x="17624" y="4417"/>
                </a:lnTo>
                <a:lnTo order="44">
                  <a:pt x="15551" y="6626"/>
                </a:lnTo>
                <a:lnTo order="45">
                  <a:pt x="13478" y="8835"/>
                </a:lnTo>
                <a:lnTo order="46">
                  <a:pt x="10367" y="16565"/>
                </a:lnTo>
                <a:lnTo order="47">
                  <a:pt x="10367" y="25400"/>
                </a:lnTo>
                <a:lnTo order="48">
                  <a:pt x="10367" y="25400"/>
                </a:lnTo>
                <a:lnTo order="49">
                  <a:pt x="10367" y="34235"/>
                </a:lnTo>
                <a:lnTo order="50">
                  <a:pt x="13478" y="40861"/>
                </a:lnTo>
                <a:lnTo order="51">
                  <a:pt x="15551" y="44174"/>
                </a:lnTo>
                <a:lnTo order="52">
                  <a:pt x="17624" y="46383"/>
                </a:lnTo>
                <a:lnTo order="53">
                  <a:pt x="21771" y="47487"/>
                </a:lnTo>
                <a:lnTo order="54">
                  <a:pt x="24882" y="48591"/>
                </a:lnTo>
                <a:lnTo order="55">
                  <a:pt x="24882" y="48591"/>
                </a:lnTo>
                <a:lnTo order="56">
                  <a:pt x="29029" y="47487"/>
                </a:lnTo>
                <a:lnTo order="57">
                  <a:pt x="32139" y="46383"/>
                </a:lnTo>
                <a:lnTo order="58">
                  <a:pt x="35249" y="44174"/>
                </a:lnTo>
                <a:lnTo order="59">
                  <a:pt x="37322" y="40861"/>
                </a:lnTo>
                <a:lnTo order="60">
                  <a:pt x="38359" y="37548"/>
                </a:lnTo>
                <a:lnTo order="61">
                  <a:pt x="39396" y="34235"/>
                </a:lnTo>
                <a:lnTo order="62">
                  <a:pt x="40433" y="25400"/>
                </a:lnTo>
                <a:lnTo order="63">
                  <a:pt x="40433" y="25400"/>
                </a:lnTo>
                <a:lnTo order="64">
                  <a:pt x="39396" y="16565"/>
                </a:lnTo>
                <a:lnTo order="65">
                  <a:pt x="38359" y="13252"/>
                </a:lnTo>
                <a:lnTo order="66">
                  <a:pt x="37322" y="8835"/>
                </a:lnTo>
                <a:lnTo order="67">
                  <a:pt x="35249" y="6626"/>
                </a:lnTo>
                <a:lnTo order="68">
                  <a:pt x="32139" y="4417"/>
                </a:lnTo>
                <a:lnTo order="69">
                  <a:pt x="29029" y="2209"/>
                </a:lnTo>
                <a:lnTo order="70">
                  <a:pt x="24882" y="2209"/>
                </a:lnTo>
                <a:lnTo order="71">
                  <a:pt x="24882" y="2209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20" name="Shape 20"/>
          <p:cNvSpPr/>
          <p:nvPr/>
        </p:nvSpPr>
        <p:spPr>
          <a:xfrm>
            <a:off x="9550400" y="571500"/>
            <a:ext cx="55033" cy="46567"/>
          </a:xfrm>
          <a:custGeom>
            <a:avLst/>
            <a:pathLst>
              <a:path w="55033" h="46567">
                <a:moveTo order="1">
                  <a:pt x="8467" y="11383"/>
                </a:moveTo>
                <a:lnTo order="2">
                  <a:pt x="8467" y="11383"/>
                </a:lnTo>
                <a:lnTo order="3">
                  <a:pt x="7408" y="6209"/>
                </a:lnTo>
                <a:lnTo order="4">
                  <a:pt x="7408" y="4139"/>
                </a:lnTo>
                <a:lnTo order="5">
                  <a:pt x="4233" y="2070"/>
                </a:lnTo>
                <a:lnTo order="6">
                  <a:pt x="0" y="2070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700" y="0"/>
                </a:lnTo>
                <a:lnTo order="10">
                  <a:pt x="12700" y="0"/>
                </a:lnTo>
                <a:lnTo order="11">
                  <a:pt x="24342" y="0"/>
                </a:lnTo>
                <a:lnTo order="12">
                  <a:pt x="24342" y="2070"/>
                </a:lnTo>
                <a:lnTo order="13">
                  <a:pt x="24342" y="2070"/>
                </a:lnTo>
                <a:lnTo order="14">
                  <a:pt x="20108" y="2070"/>
                </a:lnTo>
                <a:lnTo order="15">
                  <a:pt x="17992" y="4139"/>
                </a:lnTo>
                <a:lnTo order="16">
                  <a:pt x="16933" y="6209"/>
                </a:lnTo>
                <a:lnTo order="17">
                  <a:pt x="16933" y="11383"/>
                </a:lnTo>
                <a:lnTo order="18">
                  <a:pt x="16933" y="31044"/>
                </a:lnTo>
                <a:lnTo order="19">
                  <a:pt x="16933" y="31044"/>
                </a:lnTo>
                <a:lnTo order="20">
                  <a:pt x="17992" y="36219"/>
                </a:lnTo>
                <a:lnTo order="21">
                  <a:pt x="20108" y="39323"/>
                </a:lnTo>
                <a:lnTo order="22">
                  <a:pt x="23283" y="42427"/>
                </a:lnTo>
                <a:lnTo order="23">
                  <a:pt x="29633" y="43462"/>
                </a:lnTo>
                <a:lnTo order="24">
                  <a:pt x="29633" y="43462"/>
                </a:lnTo>
                <a:lnTo order="25">
                  <a:pt x="35983" y="42427"/>
                </a:lnTo>
                <a:lnTo order="26">
                  <a:pt x="38100" y="41393"/>
                </a:lnTo>
                <a:lnTo order="27">
                  <a:pt x="40217" y="39323"/>
                </a:lnTo>
                <a:lnTo order="28">
                  <a:pt x="43392" y="35184"/>
                </a:lnTo>
                <a:lnTo order="29">
                  <a:pt x="44450" y="28975"/>
                </a:lnTo>
                <a:lnTo order="30">
                  <a:pt x="44450" y="10348"/>
                </a:lnTo>
                <a:lnTo order="31">
                  <a:pt x="44450" y="10348"/>
                </a:lnTo>
                <a:lnTo order="32">
                  <a:pt x="43392" y="6209"/>
                </a:lnTo>
                <a:lnTo order="33">
                  <a:pt x="42333" y="3104"/>
                </a:lnTo>
                <a:lnTo order="34">
                  <a:pt x="40217" y="2070"/>
                </a:lnTo>
                <a:lnTo order="35">
                  <a:pt x="35983" y="2070"/>
                </a:lnTo>
                <a:lnTo order="36">
                  <a:pt x="35983" y="0"/>
                </a:lnTo>
                <a:lnTo order="37">
                  <a:pt x="35983" y="0"/>
                </a:lnTo>
                <a:lnTo order="38">
                  <a:pt x="45508" y="0"/>
                </a:lnTo>
                <a:lnTo order="39">
                  <a:pt x="45508" y="0"/>
                </a:lnTo>
                <a:lnTo order="40">
                  <a:pt x="55033" y="0"/>
                </a:lnTo>
                <a:lnTo order="41">
                  <a:pt x="55033" y="2070"/>
                </a:lnTo>
                <a:lnTo order="42">
                  <a:pt x="55033" y="2070"/>
                </a:lnTo>
                <a:lnTo order="43">
                  <a:pt x="50800" y="2070"/>
                </a:lnTo>
                <a:lnTo order="44">
                  <a:pt x="48683" y="3104"/>
                </a:lnTo>
                <a:lnTo order="45">
                  <a:pt x="47625" y="6209"/>
                </a:lnTo>
                <a:lnTo order="46">
                  <a:pt x="46567" y="10348"/>
                </a:lnTo>
                <a:lnTo order="47">
                  <a:pt x="46567" y="27940"/>
                </a:lnTo>
                <a:lnTo order="48">
                  <a:pt x="46567" y="27940"/>
                </a:lnTo>
                <a:lnTo order="49">
                  <a:pt x="45508" y="36219"/>
                </a:lnTo>
                <a:lnTo order="50">
                  <a:pt x="44450" y="39323"/>
                </a:lnTo>
                <a:lnTo order="51">
                  <a:pt x="42333" y="41393"/>
                </a:lnTo>
                <a:lnTo order="52">
                  <a:pt x="40217" y="43462"/>
                </a:lnTo>
                <a:lnTo order="53">
                  <a:pt x="35983" y="44497"/>
                </a:lnTo>
                <a:lnTo order="54">
                  <a:pt x="32808" y="45532"/>
                </a:lnTo>
                <a:lnTo order="55">
                  <a:pt x="27517" y="46567"/>
                </a:lnTo>
                <a:lnTo order="56">
                  <a:pt x="27517" y="46567"/>
                </a:lnTo>
                <a:lnTo order="57">
                  <a:pt x="19050" y="45532"/>
                </a:lnTo>
                <a:lnTo order="58">
                  <a:pt x="15875" y="43462"/>
                </a:lnTo>
                <a:lnTo order="59">
                  <a:pt x="12700" y="42427"/>
                </a:lnTo>
                <a:lnTo order="60">
                  <a:pt x="10583" y="40358"/>
                </a:lnTo>
                <a:lnTo order="61">
                  <a:pt x="9525" y="37253"/>
                </a:lnTo>
                <a:lnTo order="62">
                  <a:pt x="8467" y="34149"/>
                </a:lnTo>
                <a:lnTo order="63">
                  <a:pt x="8467" y="31044"/>
                </a:lnTo>
                <a:lnTo order="64">
                  <a:pt x="8467" y="113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1" name="Shape 21"/>
          <p:cNvSpPr/>
          <p:nvPr/>
        </p:nvSpPr>
        <p:spPr>
          <a:xfrm>
            <a:off x="9609667" y="571500"/>
            <a:ext cx="42333" cy="46567"/>
          </a:xfrm>
          <a:custGeom>
            <a:avLst/>
            <a:pathLst>
              <a:path w="42333" h="46567">
                <a:moveTo order="1">
                  <a:pt x="15488" y="34925"/>
                </a:moveTo>
                <a:lnTo order="2">
                  <a:pt x="15488" y="34925"/>
                </a:lnTo>
                <a:lnTo order="3">
                  <a:pt x="16520" y="39158"/>
                </a:lnTo>
                <a:lnTo order="4">
                  <a:pt x="16520" y="42333"/>
                </a:lnTo>
                <a:lnTo order="5">
                  <a:pt x="19618" y="43392"/>
                </a:lnTo>
                <a:lnTo order="6">
                  <a:pt x="23748" y="44450"/>
                </a:lnTo>
                <a:lnTo order="7">
                  <a:pt x="23748" y="46567"/>
                </a:lnTo>
                <a:lnTo order="8">
                  <a:pt x="23748" y="46567"/>
                </a:lnTo>
                <a:lnTo order="9">
                  <a:pt x="11358" y="45508"/>
                </a:lnTo>
                <a:lnTo order="10">
                  <a:pt x="11358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130" y="43392"/>
                </a:lnTo>
                <a:lnTo order="15">
                  <a:pt x="6195" y="42333"/>
                </a:lnTo>
                <a:lnTo order="16">
                  <a:pt x="7228" y="39158"/>
                </a:lnTo>
                <a:lnTo order="17">
                  <a:pt x="7228" y="34925"/>
                </a:lnTo>
                <a:lnTo order="18">
                  <a:pt x="7228" y="11642"/>
                </a:lnTo>
                <a:lnTo order="19">
                  <a:pt x="7228" y="11642"/>
                </a:lnTo>
                <a:lnTo order="20">
                  <a:pt x="7228" y="6350"/>
                </a:lnTo>
                <a:lnTo order="21">
                  <a:pt x="6195" y="4233"/>
                </a:lnTo>
                <a:lnTo order="22">
                  <a:pt x="4130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1358" y="0"/>
                </a:lnTo>
                <a:lnTo order="27">
                  <a:pt x="11358" y="0"/>
                </a:lnTo>
                <a:lnTo order="28">
                  <a:pt x="23748" y="0"/>
                </a:lnTo>
                <a:lnTo order="29">
                  <a:pt x="23748" y="0"/>
                </a:lnTo>
                <a:lnTo order="30">
                  <a:pt x="30976" y="1058"/>
                </a:lnTo>
                <a:lnTo order="31">
                  <a:pt x="37171" y="3175"/>
                </a:lnTo>
                <a:lnTo order="32">
                  <a:pt x="39236" y="4233"/>
                </a:lnTo>
                <a:lnTo order="33">
                  <a:pt x="40268" y="6350"/>
                </a:lnTo>
                <a:lnTo order="34">
                  <a:pt x="42333" y="9525"/>
                </a:lnTo>
                <a:lnTo order="35">
                  <a:pt x="42333" y="12700"/>
                </a:lnTo>
                <a:lnTo order="36">
                  <a:pt x="42333" y="12700"/>
                </a:lnTo>
                <a:lnTo order="37">
                  <a:pt x="41301" y="15875"/>
                </a:lnTo>
                <a:lnTo order="38">
                  <a:pt x="40268" y="17992"/>
                </a:lnTo>
                <a:lnTo order="39">
                  <a:pt x="38203" y="21167"/>
                </a:lnTo>
                <a:lnTo order="40">
                  <a:pt x="36138" y="22225"/>
                </a:lnTo>
                <a:lnTo order="41">
                  <a:pt x="28911" y="24342"/>
                </a:lnTo>
                <a:lnTo order="42">
                  <a:pt x="21683" y="25400"/>
                </a:lnTo>
                <a:lnTo order="43">
                  <a:pt x="21683" y="25400"/>
                </a:lnTo>
                <a:lnTo order="44">
                  <a:pt x="15488" y="24342"/>
                </a:lnTo>
                <a:lnTo order="45">
                  <a:pt x="15488" y="34925"/>
                </a:lnTo>
                <a:close order="46"/>
                <a:moveTo order="47">
                  <a:pt x="15488" y="23283"/>
                </a:moveTo>
                <a:lnTo order="48">
                  <a:pt x="15488" y="23283"/>
                </a:lnTo>
                <a:lnTo order="49">
                  <a:pt x="20650" y="23283"/>
                </a:lnTo>
                <a:lnTo order="50">
                  <a:pt x="20650" y="23283"/>
                </a:lnTo>
                <a:lnTo order="51">
                  <a:pt x="25813" y="22225"/>
                </a:lnTo>
                <a:lnTo order="52">
                  <a:pt x="29943" y="20108"/>
                </a:lnTo>
                <a:lnTo order="53">
                  <a:pt x="32008" y="16933"/>
                </a:lnTo>
                <a:lnTo order="54">
                  <a:pt x="32008" y="12700"/>
                </a:lnTo>
                <a:lnTo order="55">
                  <a:pt x="32008" y="12700"/>
                </a:lnTo>
                <a:lnTo order="56">
                  <a:pt x="32008" y="7408"/>
                </a:lnTo>
                <a:lnTo order="57">
                  <a:pt x="28911" y="4233"/>
                </a:lnTo>
                <a:lnTo order="58">
                  <a:pt x="25813" y="2117"/>
                </a:lnTo>
                <a:lnTo order="59">
                  <a:pt x="20650" y="2117"/>
                </a:lnTo>
                <a:lnTo order="60">
                  <a:pt x="20650" y="2117"/>
                </a:lnTo>
                <a:lnTo order="61">
                  <a:pt x="17553" y="2117"/>
                </a:lnTo>
                <a:lnTo order="62">
                  <a:pt x="16520" y="3175"/>
                </a:lnTo>
                <a:lnTo order="63">
                  <a:pt x="15488" y="4233"/>
                </a:lnTo>
                <a:lnTo order="64">
                  <a:pt x="15488" y="232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2" name="Shape 22"/>
          <p:cNvSpPr/>
          <p:nvPr/>
        </p:nvSpPr>
        <p:spPr>
          <a:xfrm>
            <a:off x="8458200" y="296333"/>
            <a:ext cx="325967" cy="186267"/>
          </a:xfrm>
          <a:custGeom>
            <a:avLst/>
            <a:pathLst>
              <a:path w="325967" h="186267">
                <a:moveTo order="1">
                  <a:pt x="79894" y="168377"/>
                </a:moveTo>
                <a:lnTo order="2">
                  <a:pt x="79894" y="168377"/>
                </a:lnTo>
                <a:lnTo order="3">
                  <a:pt x="94807" y="163115"/>
                </a:lnTo>
                <a:lnTo order="4">
                  <a:pt x="110786" y="157853"/>
                </a:lnTo>
                <a:lnTo order="5">
                  <a:pt x="125700" y="152591"/>
                </a:lnTo>
                <a:lnTo order="6">
                  <a:pt x="140613" y="147330"/>
                </a:lnTo>
                <a:lnTo order="7">
                  <a:pt x="140613" y="147330"/>
                </a:lnTo>
                <a:lnTo order="8">
                  <a:pt x="171505" y="133649"/>
                </a:lnTo>
                <a:lnTo order="9">
                  <a:pt x="200267" y="119968"/>
                </a:lnTo>
                <a:lnTo order="10">
                  <a:pt x="200267" y="119968"/>
                </a:lnTo>
                <a:lnTo order="11">
                  <a:pt x="229029" y="104183"/>
                </a:lnTo>
                <a:lnTo order="12">
                  <a:pt x="255660" y="87345"/>
                </a:lnTo>
                <a:lnTo order="13">
                  <a:pt x="255660" y="87345"/>
                </a:lnTo>
                <a:lnTo order="14">
                  <a:pt x="268443" y="78927"/>
                </a:lnTo>
                <a:lnTo order="15">
                  <a:pt x="281226" y="69455"/>
                </a:lnTo>
                <a:lnTo order="16">
                  <a:pt x="281226" y="69455"/>
                </a:lnTo>
                <a:lnTo order="17">
                  <a:pt x="304662" y="51565"/>
                </a:lnTo>
                <a:lnTo order="18">
                  <a:pt x="304662" y="51565"/>
                </a:lnTo>
                <a:lnTo order="19">
                  <a:pt x="325967" y="34728"/>
                </a:lnTo>
                <a:lnTo order="20">
                  <a:pt x="325967" y="0"/>
                </a:lnTo>
                <a:lnTo order="21">
                  <a:pt x="0" y="0"/>
                </a:lnTo>
                <a:lnTo order="22">
                  <a:pt x="0" y="186267"/>
                </a:lnTo>
                <a:lnTo order="23">
                  <a:pt x="0" y="186267"/>
                </a:lnTo>
                <a:lnTo order="24">
                  <a:pt x="19175" y="183110"/>
                </a:lnTo>
                <a:lnTo order="25">
                  <a:pt x="19175" y="183110"/>
                </a:lnTo>
                <a:lnTo order="26">
                  <a:pt x="49002" y="176795"/>
                </a:lnTo>
                <a:lnTo order="27">
                  <a:pt x="79894" y="168377"/>
                </a:lnTo>
                <a:lnTo order="28">
                  <a:pt x="79894" y="168377"/>
                </a:lnTo>
                <a:close order="29"/>
              </a:path>
            </a:pathLst>
          </a:custGeom>
          <a:solidFill>
            <a:srgbClr val="2A3E6B"/>
          </a:solidFill>
        </p:spPr>
      </p:sp>
      <p:sp>
        <p:nvSpPr>
          <p:cNvPr id="23" name="Shape 23"/>
          <p:cNvSpPr/>
          <p:nvPr/>
        </p:nvSpPr>
        <p:spPr>
          <a:xfrm>
            <a:off x="8458200" y="550333"/>
            <a:ext cx="63500" cy="71967"/>
          </a:xfrm>
          <a:custGeom>
            <a:avLst/>
            <a:pathLst>
              <a:path w="63500" h="71967">
                <a:moveTo order="1">
                  <a:pt x="41975" y="8723"/>
                </a:moveTo>
                <a:lnTo order="2">
                  <a:pt x="41975" y="8723"/>
                </a:lnTo>
                <a:lnTo order="3">
                  <a:pt x="25831" y="15266"/>
                </a:lnTo>
                <a:lnTo order="4">
                  <a:pt x="10763" y="20718"/>
                </a:lnTo>
                <a:lnTo order="5">
                  <a:pt x="10763" y="20718"/>
                </a:lnTo>
                <a:lnTo order="6">
                  <a:pt x="0" y="23989"/>
                </a:lnTo>
                <a:lnTo order="7">
                  <a:pt x="0" y="71967"/>
                </a:lnTo>
                <a:lnTo order="8">
                  <a:pt x="63500" y="71967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41975" y="8723"/>
                </a:lnTo>
                <a:lnTo order="12">
                  <a:pt x="41975" y="8723"/>
                </a:lnTo>
                <a:close order="13"/>
              </a:path>
            </a:pathLst>
          </a:custGeom>
          <a:solidFill>
            <a:srgbClr val="2A3E6B"/>
          </a:solidFill>
        </p:spPr>
      </p:sp>
      <p:sp>
        <p:nvSpPr>
          <p:cNvPr id="24" name="Shape 24"/>
          <p:cNvSpPr/>
          <p:nvPr/>
        </p:nvSpPr>
        <p:spPr>
          <a:xfrm>
            <a:off x="8716433" y="364067"/>
            <a:ext cx="63500" cy="254000"/>
          </a:xfrm>
          <a:custGeom>
            <a:avLst/>
            <a:pathLst>
              <a:path w="63500" h="254000">
                <a:moveTo order="1">
                  <a:pt x="40217" y="25400"/>
                </a:moveTo>
                <a:lnTo order="2">
                  <a:pt x="40217" y="25400"/>
                </a:lnTo>
                <a:lnTo order="3">
                  <a:pt x="29633" y="35983"/>
                </a:lnTo>
                <a:lnTo order="4">
                  <a:pt x="16933" y="47625"/>
                </a:lnTo>
                <a:lnTo order="5">
                  <a:pt x="16933" y="47625"/>
                </a:lnTo>
                <a:lnTo order="6">
                  <a:pt x="0" y="62442"/>
                </a:lnTo>
                <a:lnTo order="7">
                  <a:pt x="0" y="254000"/>
                </a:lnTo>
                <a:lnTo order="8">
                  <a:pt x="63500" y="254000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61383" y="2117"/>
                </a:lnTo>
                <a:lnTo order="12">
                  <a:pt x="61383" y="2117"/>
                </a:lnTo>
                <a:lnTo order="13">
                  <a:pt x="40217" y="25400"/>
                </a:lnTo>
                <a:lnTo order="14">
                  <a:pt x="40217" y="25400"/>
                </a:lnTo>
                <a:close order="15"/>
              </a:path>
            </a:pathLst>
          </a:custGeom>
          <a:solidFill>
            <a:srgbClr val="2A3E6B"/>
          </a:solidFill>
        </p:spPr>
      </p:sp>
      <p:sp>
        <p:nvSpPr>
          <p:cNvPr id="25" name="Shape 25"/>
          <p:cNvSpPr/>
          <p:nvPr/>
        </p:nvSpPr>
        <p:spPr>
          <a:xfrm>
            <a:off x="8631767" y="448733"/>
            <a:ext cx="63500" cy="173567"/>
          </a:xfrm>
          <a:custGeom>
            <a:avLst/>
            <a:pathLst>
              <a:path w="63500" h="173567">
                <a:moveTo order="1">
                  <a:pt x="51858" y="8571"/>
                </a:moveTo>
                <a:lnTo order="2">
                  <a:pt x="51858" y="8571"/>
                </a:lnTo>
                <a:lnTo order="3">
                  <a:pt x="26458" y="27856"/>
                </a:lnTo>
                <a:lnTo order="4">
                  <a:pt x="0" y="44999"/>
                </a:lnTo>
                <a:lnTo order="5">
                  <a:pt x="0" y="173567"/>
                </a:lnTo>
                <a:lnTo order="6">
                  <a:pt x="63500" y="173567"/>
                </a:lnTo>
                <a:lnTo order="7">
                  <a:pt x="63500" y="0"/>
                </a:lnTo>
                <a:lnTo order="8">
                  <a:pt x="63500" y="0"/>
                </a:lnTo>
                <a:lnTo order="9">
                  <a:pt x="51858" y="8571"/>
                </a:lnTo>
                <a:lnTo order="10">
                  <a:pt x="51858" y="8571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6" name="Shape 26"/>
          <p:cNvSpPr/>
          <p:nvPr/>
        </p:nvSpPr>
        <p:spPr>
          <a:xfrm>
            <a:off x="8542867" y="508000"/>
            <a:ext cx="63500" cy="114300"/>
          </a:xfrm>
          <a:custGeom>
            <a:avLst/>
            <a:pathLst>
              <a:path w="63500" h="114300">
                <a:moveTo order="1">
                  <a:pt x="49742" y="7584"/>
                </a:moveTo>
                <a:lnTo order="2">
                  <a:pt x="49742" y="7584"/>
                </a:lnTo>
                <a:lnTo order="3">
                  <a:pt x="33867" y="16251"/>
                </a:lnTo>
                <a:lnTo order="4">
                  <a:pt x="17992" y="23835"/>
                </a:lnTo>
                <a:lnTo order="5">
                  <a:pt x="17992" y="23835"/>
                </a:lnTo>
                <a:lnTo order="6">
                  <a:pt x="0" y="33586"/>
                </a:lnTo>
                <a:lnTo order="7">
                  <a:pt x="0" y="114842"/>
                </a:lnTo>
                <a:lnTo order="8">
                  <a:pt x="63500" y="114842"/>
                </a:lnTo>
                <a:lnTo order="9">
                  <a:pt x="63500" y="0"/>
                </a:lnTo>
                <a:lnTo order="10">
                  <a:pt x="49742" y="7584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7" name="Shape 27"/>
          <p:cNvSpPr/>
          <p:nvPr/>
        </p:nvSpPr>
        <p:spPr>
          <a:xfrm>
            <a:off x="0" y="4127500"/>
            <a:ext cx="10058400" cy="3644900"/>
          </a:xfrm>
          <a:prstGeom prst="rect">
            <a:avLst/>
          </a:prstGeom>
        </p:spPr>
      </p:sp>
      <p:sp>
        <p:nvSpPr>
          <p:cNvPr id="28" name="Shape 28"/>
          <p:cNvSpPr/>
          <p:nvPr/>
        </p:nvSpPr>
        <p:spPr>
          <a:xfrm>
            <a:off x="0" y="4127500"/>
            <a:ext cx="10058400" cy="3644900"/>
          </a:xfrm>
          <a:custGeom>
            <a:avLst/>
            <a:pathLst>
              <a:path w="10058400" h="3644900">
                <a:moveTo order="1">
                  <a:pt x="0" y="1089025"/>
                </a:moveTo>
                <a:lnTo order="2">
                  <a:pt x="0" y="1089025"/>
                </a:lnTo>
                <a:lnTo order="3">
                  <a:pt x="330200" y="1114425"/>
                </a:lnTo>
                <a:lnTo order="4">
                  <a:pt x="663575" y="1136650"/>
                </a:lnTo>
                <a:lnTo order="5">
                  <a:pt x="663575" y="1136650"/>
                </a:lnTo>
                <a:lnTo order="6">
                  <a:pt x="1019175" y="1155700"/>
                </a:lnTo>
                <a:lnTo order="7">
                  <a:pt x="1368425" y="1171575"/>
                </a:lnTo>
                <a:lnTo order="8">
                  <a:pt x="1717675" y="1184275"/>
                </a:lnTo>
                <a:lnTo order="9">
                  <a:pt x="2060575" y="1193800"/>
                </a:lnTo>
                <a:lnTo order="10">
                  <a:pt x="2403475" y="1196975"/>
                </a:lnTo>
                <a:lnTo order="11">
                  <a:pt x="2743200" y="1196975"/>
                </a:lnTo>
                <a:lnTo order="12">
                  <a:pt x="3079750" y="1193800"/>
                </a:lnTo>
                <a:lnTo order="13">
                  <a:pt x="3413125" y="1184275"/>
                </a:lnTo>
                <a:lnTo order="14">
                  <a:pt x="3743325" y="1174750"/>
                </a:lnTo>
                <a:lnTo order="15">
                  <a:pt x="4070350" y="1158875"/>
                </a:lnTo>
                <a:lnTo order="16">
                  <a:pt x="4394200" y="1139825"/>
                </a:lnTo>
                <a:lnTo order="17">
                  <a:pt x="4711700" y="1117600"/>
                </a:lnTo>
                <a:lnTo order="18">
                  <a:pt x="5029200" y="1092200"/>
                </a:lnTo>
                <a:lnTo order="19">
                  <a:pt x="5337175" y="1063625"/>
                </a:lnTo>
                <a:lnTo order="20">
                  <a:pt x="5645150" y="1031875"/>
                </a:lnTo>
                <a:lnTo order="21">
                  <a:pt x="5946775" y="996950"/>
                </a:lnTo>
                <a:lnTo order="22">
                  <a:pt x="6245225" y="955675"/>
                </a:lnTo>
                <a:lnTo order="23">
                  <a:pt x="6537325" y="914400"/>
                </a:lnTo>
                <a:lnTo order="24">
                  <a:pt x="6826250" y="869950"/>
                </a:lnTo>
                <a:lnTo order="25">
                  <a:pt x="7108825" y="819150"/>
                </a:lnTo>
                <a:lnTo order="26">
                  <a:pt x="7385050" y="768350"/>
                </a:lnTo>
                <a:lnTo order="27">
                  <a:pt x="7658100" y="711200"/>
                </a:lnTo>
                <a:lnTo order="28">
                  <a:pt x="7924800" y="654050"/>
                </a:lnTo>
                <a:lnTo order="29">
                  <a:pt x="8188325" y="593725"/>
                </a:lnTo>
                <a:lnTo order="30">
                  <a:pt x="8442325" y="530225"/>
                </a:lnTo>
                <a:lnTo order="31">
                  <a:pt x="8693150" y="460375"/>
                </a:lnTo>
                <a:lnTo order="32">
                  <a:pt x="8937625" y="390525"/>
                </a:lnTo>
                <a:lnTo order="33">
                  <a:pt x="9172575" y="317500"/>
                </a:lnTo>
                <a:lnTo order="34">
                  <a:pt x="9404350" y="244475"/>
                </a:lnTo>
                <a:lnTo order="35">
                  <a:pt x="9629775" y="165100"/>
                </a:lnTo>
                <a:lnTo order="36">
                  <a:pt x="9845675" y="82550"/>
                </a:lnTo>
                <a:lnTo order="37">
                  <a:pt x="10058400" y="0"/>
                </a:lnTo>
                <a:lnTo order="38">
                  <a:pt x="10058400" y="3644900"/>
                </a:lnTo>
                <a:lnTo order="39">
                  <a:pt x="0" y="3644900"/>
                </a:lnTo>
                <a:lnTo order="40">
                  <a:pt x="0" y="1089025"/>
                </a:lnTo>
                <a:close order="41"/>
              </a:path>
            </a:pathLst>
          </a:custGeom>
          <a:solidFill>
            <a:srgbClr val="15365C"/>
          </a:solidFill>
        </p:spPr>
      </p:sp>
      <p:sp>
        <p:nvSpPr>
          <p:cNvPr id="29" name="Shape 29"/>
          <p:cNvSpPr/>
          <p:nvPr/>
        </p:nvSpPr>
        <p:spPr>
          <a:xfrm>
            <a:off x="1586794" y="3093590"/>
            <a:ext cx="562239" cy="404447"/>
          </a:xfrm>
          <a:custGeom>
            <a:avLst/>
            <a:pathLst>
              <a:path w="562239" h="404447">
                <a:moveTo order="1">
                  <a:pt x="562240" y="404446"/>
                </a:moveTo>
                <a:lnTo order="2">
                  <a:pt x="359156" y="404446"/>
                </a:lnTo>
                <a:lnTo order="3">
                  <a:pt x="359156" y="376360"/>
                </a:lnTo>
                <a:lnTo order="4">
                  <a:pt x="359156" y="376360"/>
                </a:lnTo>
                <a:lnTo order="5">
                  <a:pt x="381721" y="374487"/>
                </a:lnTo>
                <a:lnTo order="6">
                  <a:pt x="398645" y="370742"/>
                </a:lnTo>
                <a:lnTo order="7">
                  <a:pt x="398645" y="370742"/>
                </a:lnTo>
                <a:lnTo order="8">
                  <a:pt x="408047" y="365125"/>
                </a:lnTo>
                <a:lnTo order="9">
                  <a:pt x="411808" y="361380"/>
                </a:lnTo>
                <a:lnTo order="10">
                  <a:pt x="413688" y="355763"/>
                </a:lnTo>
                <a:lnTo order="11">
                  <a:pt x="413688" y="355763"/>
                </a:lnTo>
                <a:lnTo order="12">
                  <a:pt x="417449" y="344528"/>
                </a:lnTo>
                <a:lnTo order="13">
                  <a:pt x="417449" y="329549"/>
                </a:lnTo>
                <a:lnTo order="14">
                  <a:pt x="417449" y="74897"/>
                </a:lnTo>
                <a:lnTo order="15">
                  <a:pt x="265136" y="404446"/>
                </a:lnTo>
                <a:lnTo order="16">
                  <a:pt x="246332" y="404446"/>
                </a:lnTo>
                <a:lnTo order="17">
                  <a:pt x="90259" y="74897"/>
                </a:lnTo>
                <a:lnTo order="18">
                  <a:pt x="90259" y="316442"/>
                </a:lnTo>
                <a:lnTo order="19">
                  <a:pt x="90259" y="316442"/>
                </a:lnTo>
                <a:lnTo order="20">
                  <a:pt x="92140" y="344528"/>
                </a:lnTo>
                <a:lnTo order="21">
                  <a:pt x="92140" y="344528"/>
                </a:lnTo>
                <a:lnTo order="22">
                  <a:pt x="94020" y="353890"/>
                </a:lnTo>
                <a:lnTo order="23">
                  <a:pt x="99661" y="363253"/>
                </a:lnTo>
                <a:lnTo order="24">
                  <a:pt x="99661" y="363253"/>
                </a:lnTo>
                <a:lnTo order="25">
                  <a:pt x="105302" y="368870"/>
                </a:lnTo>
                <a:lnTo order="26">
                  <a:pt x="116585" y="372615"/>
                </a:lnTo>
                <a:lnTo order="27">
                  <a:pt x="116585" y="372615"/>
                </a:lnTo>
                <a:lnTo order="28">
                  <a:pt x="129748" y="376360"/>
                </a:lnTo>
                <a:lnTo order="29">
                  <a:pt x="150432" y="376360"/>
                </a:lnTo>
                <a:lnTo order="30">
                  <a:pt x="150432" y="404446"/>
                </a:lnTo>
                <a:lnTo order="31">
                  <a:pt x="0" y="404446"/>
                </a:lnTo>
                <a:lnTo order="32">
                  <a:pt x="0" y="376360"/>
                </a:lnTo>
                <a:lnTo order="33">
                  <a:pt x="0" y="376360"/>
                </a:lnTo>
                <a:lnTo order="34">
                  <a:pt x="18804" y="376360"/>
                </a:lnTo>
                <a:lnTo order="35">
                  <a:pt x="31967" y="372615"/>
                </a:lnTo>
                <a:lnTo order="36">
                  <a:pt x="31967" y="372615"/>
                </a:lnTo>
                <a:lnTo order="37">
                  <a:pt x="43249" y="368870"/>
                </a:lnTo>
                <a:lnTo order="38">
                  <a:pt x="48890" y="361380"/>
                </a:lnTo>
                <a:lnTo order="39">
                  <a:pt x="48890" y="361380"/>
                </a:lnTo>
                <a:lnTo order="40">
                  <a:pt x="54532" y="353890"/>
                </a:lnTo>
                <a:lnTo order="41">
                  <a:pt x="56412" y="344528"/>
                </a:lnTo>
                <a:lnTo order="42">
                  <a:pt x="56412" y="344528"/>
                </a:lnTo>
                <a:lnTo order="43">
                  <a:pt x="58292" y="316442"/>
                </a:lnTo>
                <a:lnTo order="44">
                  <a:pt x="58292" y="86132"/>
                </a:lnTo>
                <a:lnTo order="45">
                  <a:pt x="58292" y="86132"/>
                </a:lnTo>
                <a:lnTo order="46">
                  <a:pt x="56412" y="65535"/>
                </a:lnTo>
                <a:lnTo order="47">
                  <a:pt x="54532" y="50556"/>
                </a:lnTo>
                <a:lnTo order="48">
                  <a:pt x="54532" y="50556"/>
                </a:lnTo>
                <a:lnTo order="49">
                  <a:pt x="52651" y="44938"/>
                </a:lnTo>
                <a:lnTo order="50">
                  <a:pt x="48890" y="39321"/>
                </a:lnTo>
                <a:lnTo order="51">
                  <a:pt x="45130" y="35576"/>
                </a:lnTo>
                <a:lnTo order="52">
                  <a:pt x="39488" y="33704"/>
                </a:lnTo>
                <a:lnTo order="53">
                  <a:pt x="39488" y="33704"/>
                </a:lnTo>
                <a:lnTo order="54">
                  <a:pt x="33847" y="29959"/>
                </a:lnTo>
                <a:lnTo order="55">
                  <a:pt x="24445" y="28087"/>
                </a:lnTo>
                <a:lnTo order="56">
                  <a:pt x="0" y="26214"/>
                </a:lnTo>
                <a:lnTo order="57">
                  <a:pt x="0" y="0"/>
                </a:lnTo>
                <a:lnTo order="58">
                  <a:pt x="148552" y="0"/>
                </a:lnTo>
                <a:lnTo order="59">
                  <a:pt x="282060" y="284610"/>
                </a:lnTo>
                <a:lnTo order="60">
                  <a:pt x="417449" y="0"/>
                </a:lnTo>
                <a:lnTo order="61">
                  <a:pt x="562240" y="0"/>
                </a:lnTo>
                <a:lnTo order="62">
                  <a:pt x="562240" y="26214"/>
                </a:lnTo>
                <a:lnTo order="63">
                  <a:pt x="562240" y="26214"/>
                </a:lnTo>
                <a:lnTo order="64">
                  <a:pt x="545316" y="28087"/>
                </a:lnTo>
                <a:lnTo order="65">
                  <a:pt x="532153" y="29959"/>
                </a:lnTo>
                <a:lnTo order="66">
                  <a:pt x="520871" y="33704"/>
                </a:lnTo>
                <a:lnTo order="67">
                  <a:pt x="515230" y="37449"/>
                </a:lnTo>
                <a:lnTo order="68">
                  <a:pt x="515230" y="37449"/>
                </a:lnTo>
                <a:lnTo order="69">
                  <a:pt x="509588" y="44938"/>
                </a:lnTo>
                <a:lnTo order="70">
                  <a:pt x="505828" y="52428"/>
                </a:lnTo>
                <a:lnTo order="71">
                  <a:pt x="503947" y="63663"/>
                </a:lnTo>
                <a:lnTo order="72">
                  <a:pt x="503947" y="74897"/>
                </a:lnTo>
                <a:lnTo order="73">
                  <a:pt x="503947" y="329549"/>
                </a:lnTo>
                <a:lnTo order="74">
                  <a:pt x="503947" y="329549"/>
                </a:lnTo>
                <a:lnTo order="75">
                  <a:pt x="503947" y="344528"/>
                </a:lnTo>
                <a:lnTo order="76">
                  <a:pt x="507708" y="355763"/>
                </a:lnTo>
                <a:lnTo order="77">
                  <a:pt x="507708" y="355763"/>
                </a:lnTo>
                <a:lnTo order="78">
                  <a:pt x="509588" y="359508"/>
                </a:lnTo>
                <a:lnTo order="79">
                  <a:pt x="513349" y="365125"/>
                </a:lnTo>
                <a:lnTo order="80">
                  <a:pt x="522751" y="370742"/>
                </a:lnTo>
                <a:lnTo order="81">
                  <a:pt x="522751" y="370742"/>
                </a:lnTo>
                <a:lnTo order="82">
                  <a:pt x="539675" y="374487"/>
                </a:lnTo>
                <a:lnTo order="83">
                  <a:pt x="562240" y="376360"/>
                </a:lnTo>
                <a:lnTo order="84">
                  <a:pt x="562240" y="404446"/>
                </a:lnTo>
                <a:close order="85"/>
              </a:path>
            </a:pathLst>
          </a:custGeom>
          <a:solidFill>
            <a:srgbClr val="2A3E6B"/>
          </a:solidFill>
        </p:spPr>
      </p:sp>
      <p:sp>
        <p:nvSpPr>
          <p:cNvPr id="30" name="Shape 30"/>
          <p:cNvSpPr/>
          <p:nvPr/>
        </p:nvSpPr>
        <p:spPr>
          <a:xfrm>
            <a:off x="2171523" y="3086100"/>
            <a:ext cx="442295" cy="419425"/>
          </a:xfrm>
          <a:custGeom>
            <a:avLst/>
            <a:pathLst>
              <a:path w="442295" h="419425">
                <a:moveTo order="1">
                  <a:pt x="442295" y="252779"/>
                </a:moveTo>
                <a:lnTo order="2">
                  <a:pt x="442295" y="252779"/>
                </a:lnTo>
                <a:lnTo order="3">
                  <a:pt x="427238" y="254651"/>
                </a:lnTo>
                <a:lnTo order="4">
                  <a:pt x="415946" y="258396"/>
                </a:lnTo>
                <a:lnTo order="5">
                  <a:pt x="415946" y="258396"/>
                </a:lnTo>
                <a:lnTo order="6">
                  <a:pt x="408417" y="262141"/>
                </a:lnTo>
                <a:lnTo order="7">
                  <a:pt x="402771" y="269631"/>
                </a:lnTo>
                <a:lnTo order="8">
                  <a:pt x="402771" y="269631"/>
                </a:lnTo>
                <a:lnTo order="9">
                  <a:pt x="400889" y="282738"/>
                </a:lnTo>
                <a:lnTo order="10">
                  <a:pt x="400889" y="297717"/>
                </a:lnTo>
                <a:lnTo order="11">
                  <a:pt x="400889" y="393212"/>
                </a:lnTo>
                <a:lnTo order="12">
                  <a:pt x="400889" y="393212"/>
                </a:lnTo>
                <a:lnTo order="13">
                  <a:pt x="378304" y="393212"/>
                </a:lnTo>
                <a:lnTo order="14">
                  <a:pt x="353836" y="396956"/>
                </a:lnTo>
                <a:lnTo order="15">
                  <a:pt x="331251" y="398829"/>
                </a:lnTo>
                <a:lnTo order="16">
                  <a:pt x="306783" y="404446"/>
                </a:lnTo>
                <a:lnTo order="17">
                  <a:pt x="306783" y="404446"/>
                </a:lnTo>
                <a:lnTo order="18">
                  <a:pt x="250320" y="415681"/>
                </a:lnTo>
                <a:lnTo order="19">
                  <a:pt x="250320" y="415681"/>
                </a:lnTo>
                <a:lnTo order="20">
                  <a:pt x="231499" y="417553"/>
                </a:lnTo>
                <a:lnTo order="21">
                  <a:pt x="207032" y="419426"/>
                </a:lnTo>
                <a:lnTo order="22">
                  <a:pt x="207032" y="419426"/>
                </a:lnTo>
                <a:lnTo order="23">
                  <a:pt x="176918" y="417553"/>
                </a:lnTo>
                <a:lnTo order="24">
                  <a:pt x="146804" y="411936"/>
                </a:lnTo>
                <a:lnTo order="25">
                  <a:pt x="120455" y="402574"/>
                </a:lnTo>
                <a:lnTo order="26">
                  <a:pt x="107280" y="395084"/>
                </a:lnTo>
                <a:lnTo order="27">
                  <a:pt x="94105" y="387594"/>
                </a:lnTo>
                <a:lnTo order="28">
                  <a:pt x="94105" y="387594"/>
                </a:lnTo>
                <a:lnTo order="29">
                  <a:pt x="73402" y="372615"/>
                </a:lnTo>
                <a:lnTo order="30">
                  <a:pt x="54581" y="353890"/>
                </a:lnTo>
                <a:lnTo order="31">
                  <a:pt x="37642" y="331421"/>
                </a:lnTo>
                <a:lnTo order="32">
                  <a:pt x="24467" y="308952"/>
                </a:lnTo>
                <a:lnTo order="33">
                  <a:pt x="24467" y="308952"/>
                </a:lnTo>
                <a:lnTo order="34">
                  <a:pt x="13175" y="284610"/>
                </a:lnTo>
                <a:lnTo order="35">
                  <a:pt x="7528" y="260269"/>
                </a:lnTo>
                <a:lnTo order="36">
                  <a:pt x="1882" y="235927"/>
                </a:lnTo>
                <a:lnTo order="37">
                  <a:pt x="0" y="209713"/>
                </a:lnTo>
                <a:lnTo order="38">
                  <a:pt x="0" y="209713"/>
                </a:lnTo>
                <a:lnTo order="39">
                  <a:pt x="1882" y="181626"/>
                </a:lnTo>
                <a:lnTo order="40">
                  <a:pt x="7528" y="153540"/>
                </a:lnTo>
                <a:lnTo order="41">
                  <a:pt x="16939" y="127326"/>
                </a:lnTo>
                <a:lnTo order="42">
                  <a:pt x="28232" y="102984"/>
                </a:lnTo>
                <a:lnTo order="43">
                  <a:pt x="28232" y="102984"/>
                </a:lnTo>
                <a:lnTo order="44">
                  <a:pt x="43288" y="80515"/>
                </a:lnTo>
                <a:lnTo order="45">
                  <a:pt x="62110" y="59918"/>
                </a:lnTo>
                <a:lnTo order="46">
                  <a:pt x="80931" y="43066"/>
                </a:lnTo>
                <a:lnTo order="47">
                  <a:pt x="103516" y="28087"/>
                </a:lnTo>
                <a:lnTo order="48">
                  <a:pt x="103516" y="28087"/>
                </a:lnTo>
                <a:lnTo order="49">
                  <a:pt x="127983" y="14979"/>
                </a:lnTo>
                <a:lnTo order="50">
                  <a:pt x="154333" y="7490"/>
                </a:lnTo>
                <a:lnTo order="51">
                  <a:pt x="180682" y="1872"/>
                </a:lnTo>
                <a:lnTo order="52">
                  <a:pt x="208914" y="0"/>
                </a:lnTo>
                <a:lnTo order="53">
                  <a:pt x="208914" y="0"/>
                </a:lnTo>
                <a:lnTo order="54">
                  <a:pt x="225853" y="0"/>
                </a:lnTo>
                <a:lnTo order="55">
                  <a:pt x="242792" y="3745"/>
                </a:lnTo>
                <a:lnTo order="56">
                  <a:pt x="257849" y="7490"/>
                </a:lnTo>
                <a:lnTo order="57">
                  <a:pt x="274788" y="11235"/>
                </a:lnTo>
                <a:lnTo order="58">
                  <a:pt x="289844" y="18724"/>
                </a:lnTo>
                <a:lnTo order="59">
                  <a:pt x="304901" y="26214"/>
                </a:lnTo>
                <a:lnTo order="60">
                  <a:pt x="319958" y="35576"/>
                </a:lnTo>
                <a:lnTo order="61">
                  <a:pt x="333133" y="46811"/>
                </a:lnTo>
                <a:lnTo order="62">
                  <a:pt x="333133" y="46811"/>
                </a:lnTo>
                <a:lnTo order="63">
                  <a:pt x="340661" y="31831"/>
                </a:lnTo>
                <a:lnTo order="64">
                  <a:pt x="344426" y="13107"/>
                </a:lnTo>
                <a:lnTo order="65">
                  <a:pt x="374539" y="13107"/>
                </a:lnTo>
                <a:lnTo order="66">
                  <a:pt x="376421" y="144178"/>
                </a:lnTo>
                <a:lnTo order="67">
                  <a:pt x="350072" y="144178"/>
                </a:lnTo>
                <a:lnTo order="68">
                  <a:pt x="350072" y="144178"/>
                </a:lnTo>
                <a:lnTo order="69">
                  <a:pt x="346308" y="129198"/>
                </a:lnTo>
                <a:lnTo order="70">
                  <a:pt x="340661" y="116091"/>
                </a:lnTo>
                <a:lnTo order="71">
                  <a:pt x="333133" y="102984"/>
                </a:lnTo>
                <a:lnTo order="72">
                  <a:pt x="325605" y="89877"/>
                </a:lnTo>
                <a:lnTo order="73">
                  <a:pt x="325605" y="89877"/>
                </a:lnTo>
                <a:lnTo order="74">
                  <a:pt x="316194" y="76770"/>
                </a:lnTo>
                <a:lnTo order="75">
                  <a:pt x="306783" y="67408"/>
                </a:lnTo>
                <a:lnTo order="76">
                  <a:pt x="295491" y="58046"/>
                </a:lnTo>
                <a:lnTo order="77">
                  <a:pt x="282316" y="50556"/>
                </a:lnTo>
                <a:lnTo order="78">
                  <a:pt x="282316" y="50556"/>
                </a:lnTo>
                <a:lnTo order="79">
                  <a:pt x="269141" y="43066"/>
                </a:lnTo>
                <a:lnTo order="80">
                  <a:pt x="255967" y="39321"/>
                </a:lnTo>
                <a:lnTo order="81">
                  <a:pt x="240910" y="35576"/>
                </a:lnTo>
                <a:lnTo order="82">
                  <a:pt x="225853" y="35576"/>
                </a:lnTo>
                <a:lnTo order="83">
                  <a:pt x="225853" y="35576"/>
                </a:lnTo>
                <a:lnTo order="84">
                  <a:pt x="203268" y="37449"/>
                </a:lnTo>
                <a:lnTo order="85">
                  <a:pt x="180682" y="43066"/>
                </a:lnTo>
                <a:lnTo order="86">
                  <a:pt x="180682" y="43066"/>
                </a:lnTo>
                <a:lnTo order="87">
                  <a:pt x="169390" y="48683"/>
                </a:lnTo>
                <a:lnTo order="88">
                  <a:pt x="159979" y="54301"/>
                </a:lnTo>
                <a:lnTo order="89">
                  <a:pt x="150569" y="61790"/>
                </a:lnTo>
                <a:lnTo order="90">
                  <a:pt x="139276" y="71153"/>
                </a:lnTo>
                <a:lnTo order="91">
                  <a:pt x="139276" y="71153"/>
                </a:lnTo>
                <a:lnTo order="92">
                  <a:pt x="131747" y="80515"/>
                </a:lnTo>
                <a:lnTo order="93">
                  <a:pt x="122337" y="93622"/>
                </a:lnTo>
                <a:lnTo order="94">
                  <a:pt x="114809" y="108601"/>
                </a:lnTo>
                <a:lnTo order="95">
                  <a:pt x="109162" y="123581"/>
                </a:lnTo>
                <a:lnTo order="96">
                  <a:pt x="109162" y="123581"/>
                </a:lnTo>
                <a:lnTo order="97">
                  <a:pt x="103516" y="142305"/>
                </a:lnTo>
                <a:lnTo order="98">
                  <a:pt x="101634" y="161029"/>
                </a:lnTo>
                <a:lnTo order="99">
                  <a:pt x="97870" y="183499"/>
                </a:lnTo>
                <a:lnTo order="100">
                  <a:pt x="97870" y="207840"/>
                </a:lnTo>
                <a:lnTo order="101">
                  <a:pt x="97870" y="207840"/>
                </a:lnTo>
                <a:lnTo order="102">
                  <a:pt x="97870" y="228437"/>
                </a:lnTo>
                <a:lnTo order="103">
                  <a:pt x="99752" y="249034"/>
                </a:lnTo>
                <a:lnTo order="104">
                  <a:pt x="103516" y="267758"/>
                </a:lnTo>
                <a:lnTo order="105">
                  <a:pt x="107280" y="288355"/>
                </a:lnTo>
                <a:lnTo order="106">
                  <a:pt x="107280" y="288355"/>
                </a:lnTo>
                <a:lnTo order="107">
                  <a:pt x="112926" y="307079"/>
                </a:lnTo>
                <a:lnTo order="108">
                  <a:pt x="120455" y="323931"/>
                </a:lnTo>
                <a:lnTo order="109">
                  <a:pt x="129865" y="340783"/>
                </a:lnTo>
                <a:lnTo order="110">
                  <a:pt x="143040" y="355763"/>
                </a:lnTo>
                <a:lnTo order="111">
                  <a:pt x="143040" y="355763"/>
                </a:lnTo>
                <a:lnTo order="112">
                  <a:pt x="150569" y="361380"/>
                </a:lnTo>
                <a:lnTo order="113">
                  <a:pt x="158097" y="366997"/>
                </a:lnTo>
                <a:lnTo order="114">
                  <a:pt x="176918" y="376360"/>
                </a:lnTo>
                <a:lnTo order="115">
                  <a:pt x="197621" y="381977"/>
                </a:lnTo>
                <a:lnTo order="116">
                  <a:pt x="222089" y="383849"/>
                </a:lnTo>
                <a:lnTo order="117">
                  <a:pt x="222089" y="383849"/>
                </a:lnTo>
                <a:lnTo order="118">
                  <a:pt x="239028" y="381977"/>
                </a:lnTo>
                <a:lnTo order="119">
                  <a:pt x="255967" y="380104"/>
                </a:lnTo>
                <a:lnTo order="120">
                  <a:pt x="269141" y="376360"/>
                </a:lnTo>
                <a:lnTo order="121">
                  <a:pt x="280434" y="370742"/>
                </a:lnTo>
                <a:lnTo order="122">
                  <a:pt x="280434" y="370742"/>
                </a:lnTo>
                <a:lnTo order="123">
                  <a:pt x="289844" y="365125"/>
                </a:lnTo>
                <a:lnTo order="124">
                  <a:pt x="297373" y="357635"/>
                </a:lnTo>
                <a:lnTo order="125">
                  <a:pt x="303019" y="350146"/>
                </a:lnTo>
                <a:lnTo order="126">
                  <a:pt x="308666" y="340783"/>
                </a:lnTo>
                <a:lnTo order="127">
                  <a:pt x="308666" y="340783"/>
                </a:lnTo>
                <a:lnTo order="128">
                  <a:pt x="312430" y="322059"/>
                </a:lnTo>
                <a:lnTo order="129">
                  <a:pt x="314312" y="301462"/>
                </a:lnTo>
                <a:lnTo order="130">
                  <a:pt x="314312" y="301462"/>
                </a:lnTo>
                <a:lnTo order="131">
                  <a:pt x="312430" y="282738"/>
                </a:lnTo>
                <a:lnTo order="132">
                  <a:pt x="310548" y="269631"/>
                </a:lnTo>
                <a:lnTo order="133">
                  <a:pt x="310548" y="269631"/>
                </a:lnTo>
                <a:lnTo order="134">
                  <a:pt x="308666" y="265886"/>
                </a:lnTo>
                <a:lnTo order="135">
                  <a:pt x="304901" y="262141"/>
                </a:lnTo>
                <a:lnTo order="136">
                  <a:pt x="295491" y="256524"/>
                </a:lnTo>
                <a:lnTo order="137">
                  <a:pt x="295491" y="256524"/>
                </a:lnTo>
                <a:lnTo order="138">
                  <a:pt x="282316" y="252779"/>
                </a:lnTo>
                <a:lnTo order="139">
                  <a:pt x="259731" y="252779"/>
                </a:lnTo>
                <a:lnTo order="140">
                  <a:pt x="259731" y="224692"/>
                </a:lnTo>
                <a:lnTo order="141">
                  <a:pt x="442295" y="224692"/>
                </a:lnTo>
                <a:lnTo order="142">
                  <a:pt x="442295" y="252779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31" name="Shape 31"/>
          <p:cNvSpPr/>
          <p:nvPr/>
        </p:nvSpPr>
        <p:spPr>
          <a:xfrm>
            <a:off x="2643810" y="3086100"/>
            <a:ext cx="442295" cy="419425"/>
          </a:xfrm>
          <a:custGeom>
            <a:avLst/>
            <a:pathLst>
              <a:path w="442295" h="419425">
                <a:moveTo order="1">
                  <a:pt x="442295" y="252779"/>
                </a:moveTo>
                <a:lnTo order="2">
                  <a:pt x="442295" y="252779"/>
                </a:lnTo>
                <a:lnTo order="3">
                  <a:pt x="427174" y="254651"/>
                </a:lnTo>
                <a:lnTo order="4">
                  <a:pt x="415833" y="258396"/>
                </a:lnTo>
                <a:lnTo order="5">
                  <a:pt x="415833" y="258396"/>
                </a:lnTo>
                <a:lnTo order="6">
                  <a:pt x="410163" y="262141"/>
                </a:lnTo>
                <a:lnTo order="7">
                  <a:pt x="404492" y="269631"/>
                </a:lnTo>
                <a:lnTo order="8">
                  <a:pt x="404492" y="269631"/>
                </a:lnTo>
                <a:lnTo order="9">
                  <a:pt x="402602" y="282738"/>
                </a:lnTo>
                <a:lnTo order="10">
                  <a:pt x="400712" y="297717"/>
                </a:lnTo>
                <a:lnTo order="11">
                  <a:pt x="400712" y="393212"/>
                </a:lnTo>
                <a:lnTo order="12">
                  <a:pt x="400712" y="393212"/>
                </a:lnTo>
                <a:lnTo order="13">
                  <a:pt x="379920" y="393212"/>
                </a:lnTo>
                <a:lnTo order="14">
                  <a:pt x="355348" y="396956"/>
                </a:lnTo>
                <a:lnTo order="15">
                  <a:pt x="332666" y="398829"/>
                </a:lnTo>
                <a:lnTo order="16">
                  <a:pt x="306204" y="404446"/>
                </a:lnTo>
                <a:lnTo order="17">
                  <a:pt x="306204" y="404446"/>
                </a:lnTo>
                <a:lnTo order="18">
                  <a:pt x="251390" y="415681"/>
                </a:lnTo>
                <a:lnTo order="19">
                  <a:pt x="251390" y="415681"/>
                </a:lnTo>
                <a:lnTo order="20">
                  <a:pt x="232488" y="417553"/>
                </a:lnTo>
                <a:lnTo order="21">
                  <a:pt x="207917" y="419426"/>
                </a:lnTo>
                <a:lnTo order="22">
                  <a:pt x="207917" y="419426"/>
                </a:lnTo>
                <a:lnTo order="23">
                  <a:pt x="175784" y="417553"/>
                </a:lnTo>
                <a:lnTo order="24">
                  <a:pt x="147432" y="411936"/>
                </a:lnTo>
                <a:lnTo order="25">
                  <a:pt x="119079" y="402574"/>
                </a:lnTo>
                <a:lnTo order="26">
                  <a:pt x="107739" y="395084"/>
                </a:lnTo>
                <a:lnTo order="27">
                  <a:pt x="94508" y="387594"/>
                </a:lnTo>
                <a:lnTo order="28">
                  <a:pt x="94508" y="387594"/>
                </a:lnTo>
                <a:lnTo order="29">
                  <a:pt x="71826" y="372615"/>
                </a:lnTo>
                <a:lnTo order="30">
                  <a:pt x="52924" y="353890"/>
                </a:lnTo>
                <a:lnTo order="31">
                  <a:pt x="37803" y="331421"/>
                </a:lnTo>
                <a:lnTo order="32">
                  <a:pt x="24572" y="308952"/>
                </a:lnTo>
                <a:lnTo order="33">
                  <a:pt x="24572" y="308952"/>
                </a:lnTo>
                <a:lnTo order="34">
                  <a:pt x="13231" y="284610"/>
                </a:lnTo>
                <a:lnTo order="35">
                  <a:pt x="5670" y="260269"/>
                </a:lnTo>
                <a:lnTo order="36">
                  <a:pt x="1890" y="235927"/>
                </a:lnTo>
                <a:lnTo order="37">
                  <a:pt x="0" y="209713"/>
                </a:lnTo>
                <a:lnTo order="38">
                  <a:pt x="0" y="209713"/>
                </a:lnTo>
                <a:lnTo order="39">
                  <a:pt x="1890" y="181626"/>
                </a:lnTo>
                <a:lnTo order="40">
                  <a:pt x="7561" y="153540"/>
                </a:lnTo>
                <a:lnTo order="41">
                  <a:pt x="17011" y="127326"/>
                </a:lnTo>
                <a:lnTo order="42">
                  <a:pt x="28352" y="102984"/>
                </a:lnTo>
                <a:lnTo order="43">
                  <a:pt x="28352" y="102984"/>
                </a:lnTo>
                <a:lnTo order="44">
                  <a:pt x="43473" y="80515"/>
                </a:lnTo>
                <a:lnTo order="45">
                  <a:pt x="60485" y="59918"/>
                </a:lnTo>
                <a:lnTo order="46">
                  <a:pt x="81276" y="43066"/>
                </a:lnTo>
                <a:lnTo order="47">
                  <a:pt x="103958" y="28087"/>
                </a:lnTo>
                <a:lnTo order="48">
                  <a:pt x="103958" y="28087"/>
                </a:lnTo>
                <a:lnTo order="49">
                  <a:pt x="128530" y="14979"/>
                </a:lnTo>
                <a:lnTo order="50">
                  <a:pt x="154992" y="7490"/>
                </a:lnTo>
                <a:lnTo order="51">
                  <a:pt x="181454" y="1872"/>
                </a:lnTo>
                <a:lnTo order="52">
                  <a:pt x="209807" y="0"/>
                </a:lnTo>
                <a:lnTo order="53">
                  <a:pt x="209807" y="0"/>
                </a:lnTo>
                <a:lnTo order="54">
                  <a:pt x="226818" y="0"/>
                </a:lnTo>
                <a:lnTo order="55">
                  <a:pt x="241939" y="3745"/>
                </a:lnTo>
                <a:lnTo order="56">
                  <a:pt x="258951" y="7490"/>
                </a:lnTo>
                <a:lnTo order="57">
                  <a:pt x="275962" y="11235"/>
                </a:lnTo>
                <a:lnTo order="58">
                  <a:pt x="291083" y="18724"/>
                </a:lnTo>
                <a:lnTo order="59">
                  <a:pt x="306204" y="26214"/>
                </a:lnTo>
                <a:lnTo order="60">
                  <a:pt x="321326" y="35576"/>
                </a:lnTo>
                <a:lnTo order="61">
                  <a:pt x="334557" y="46811"/>
                </a:lnTo>
                <a:lnTo order="62">
                  <a:pt x="334557" y="46811"/>
                </a:lnTo>
                <a:lnTo order="63">
                  <a:pt x="342117" y="31831"/>
                </a:lnTo>
                <a:lnTo order="64">
                  <a:pt x="345897" y="13107"/>
                </a:lnTo>
                <a:lnTo order="65">
                  <a:pt x="376140" y="13107"/>
                </a:lnTo>
                <a:lnTo order="66">
                  <a:pt x="378030" y="144178"/>
                </a:lnTo>
                <a:lnTo order="67">
                  <a:pt x="351568" y="144178"/>
                </a:lnTo>
                <a:lnTo order="68">
                  <a:pt x="351568" y="144178"/>
                </a:lnTo>
                <a:lnTo order="69">
                  <a:pt x="345897" y="129198"/>
                </a:lnTo>
                <a:lnTo order="70">
                  <a:pt x="342117" y="116091"/>
                </a:lnTo>
                <a:lnTo order="71">
                  <a:pt x="334557" y="102984"/>
                </a:lnTo>
                <a:lnTo order="72">
                  <a:pt x="326996" y="89877"/>
                </a:lnTo>
                <a:lnTo order="73">
                  <a:pt x="326996" y="89877"/>
                </a:lnTo>
                <a:lnTo order="74">
                  <a:pt x="317545" y="76770"/>
                </a:lnTo>
                <a:lnTo order="75">
                  <a:pt x="308094" y="67408"/>
                </a:lnTo>
                <a:lnTo order="76">
                  <a:pt x="296754" y="58046"/>
                </a:lnTo>
                <a:lnTo order="77">
                  <a:pt x="283523" y="50556"/>
                </a:lnTo>
                <a:lnTo order="78">
                  <a:pt x="283523" y="50556"/>
                </a:lnTo>
                <a:lnTo order="79">
                  <a:pt x="270291" y="43066"/>
                </a:lnTo>
                <a:lnTo order="80">
                  <a:pt x="255170" y="39321"/>
                </a:lnTo>
                <a:lnTo order="81">
                  <a:pt x="241939" y="35576"/>
                </a:lnTo>
                <a:lnTo order="82">
                  <a:pt x="226818" y="35576"/>
                </a:lnTo>
                <a:lnTo order="83">
                  <a:pt x="226818" y="35576"/>
                </a:lnTo>
                <a:lnTo order="84">
                  <a:pt x="204136" y="37449"/>
                </a:lnTo>
                <a:lnTo order="85">
                  <a:pt x="181454" y="43066"/>
                </a:lnTo>
                <a:lnTo order="86">
                  <a:pt x="181454" y="43066"/>
                </a:lnTo>
                <a:lnTo order="87">
                  <a:pt x="170114" y="48683"/>
                </a:lnTo>
                <a:lnTo order="88">
                  <a:pt x="160663" y="54301"/>
                </a:lnTo>
                <a:lnTo order="89">
                  <a:pt x="149322" y="61790"/>
                </a:lnTo>
                <a:lnTo order="90">
                  <a:pt x="139871" y="71153"/>
                </a:lnTo>
                <a:lnTo order="91">
                  <a:pt x="139871" y="71153"/>
                </a:lnTo>
                <a:lnTo order="92">
                  <a:pt x="130420" y="80515"/>
                </a:lnTo>
                <a:lnTo order="93">
                  <a:pt x="122860" y="93622"/>
                </a:lnTo>
                <a:lnTo order="94">
                  <a:pt x="115299" y="108601"/>
                </a:lnTo>
                <a:lnTo order="95">
                  <a:pt x="109629" y="123581"/>
                </a:lnTo>
                <a:lnTo order="96">
                  <a:pt x="109629" y="123581"/>
                </a:lnTo>
                <a:lnTo order="97">
                  <a:pt x="103958" y="142305"/>
                </a:lnTo>
                <a:lnTo order="98">
                  <a:pt x="100178" y="161029"/>
                </a:lnTo>
                <a:lnTo order="99">
                  <a:pt x="98288" y="183499"/>
                </a:lnTo>
                <a:lnTo order="100">
                  <a:pt x="98288" y="207840"/>
                </a:lnTo>
                <a:lnTo order="101">
                  <a:pt x="98288" y="207840"/>
                </a:lnTo>
                <a:lnTo order="102">
                  <a:pt x="98288" y="228437"/>
                </a:lnTo>
                <a:lnTo order="103">
                  <a:pt x="100178" y="249034"/>
                </a:lnTo>
                <a:lnTo order="104">
                  <a:pt x="102068" y="267758"/>
                </a:lnTo>
                <a:lnTo order="105">
                  <a:pt x="107739" y="288355"/>
                </a:lnTo>
                <a:lnTo order="106">
                  <a:pt x="107739" y="288355"/>
                </a:lnTo>
                <a:lnTo order="107">
                  <a:pt x="113409" y="307079"/>
                </a:lnTo>
                <a:lnTo order="108">
                  <a:pt x="120970" y="323931"/>
                </a:lnTo>
                <a:lnTo order="109">
                  <a:pt x="130420" y="340783"/>
                </a:lnTo>
                <a:lnTo order="110">
                  <a:pt x="143651" y="355763"/>
                </a:lnTo>
                <a:lnTo order="111">
                  <a:pt x="143651" y="355763"/>
                </a:lnTo>
                <a:lnTo order="112">
                  <a:pt x="151212" y="361380"/>
                </a:lnTo>
                <a:lnTo order="113">
                  <a:pt x="158773" y="366997"/>
                </a:lnTo>
                <a:lnTo order="114">
                  <a:pt x="177674" y="376360"/>
                </a:lnTo>
                <a:lnTo order="115">
                  <a:pt x="198466" y="381977"/>
                </a:lnTo>
                <a:lnTo order="116">
                  <a:pt x="221148" y="383849"/>
                </a:lnTo>
                <a:lnTo order="117">
                  <a:pt x="221148" y="383849"/>
                </a:lnTo>
                <a:lnTo order="118">
                  <a:pt x="240049" y="381977"/>
                </a:lnTo>
                <a:lnTo order="119">
                  <a:pt x="257060" y="380104"/>
                </a:lnTo>
                <a:lnTo order="120">
                  <a:pt x="270291" y="376360"/>
                </a:lnTo>
                <a:lnTo order="121">
                  <a:pt x="281632" y="370742"/>
                </a:lnTo>
                <a:lnTo order="122">
                  <a:pt x="281632" y="370742"/>
                </a:lnTo>
                <a:lnTo order="123">
                  <a:pt x="291083" y="365125"/>
                </a:lnTo>
                <a:lnTo order="124">
                  <a:pt x="298644" y="357635"/>
                </a:lnTo>
                <a:lnTo order="125">
                  <a:pt x="304314" y="350146"/>
                </a:lnTo>
                <a:lnTo order="126">
                  <a:pt x="308094" y="340783"/>
                </a:lnTo>
                <a:lnTo order="127">
                  <a:pt x="308094" y="340783"/>
                </a:lnTo>
                <a:lnTo order="128">
                  <a:pt x="313765" y="322059"/>
                </a:lnTo>
                <a:lnTo order="129">
                  <a:pt x="315655" y="301462"/>
                </a:lnTo>
                <a:lnTo order="130">
                  <a:pt x="315655" y="301462"/>
                </a:lnTo>
                <a:lnTo order="131">
                  <a:pt x="313765" y="282738"/>
                </a:lnTo>
                <a:lnTo order="132">
                  <a:pt x="311875" y="269631"/>
                </a:lnTo>
                <a:lnTo order="133">
                  <a:pt x="311875" y="269631"/>
                </a:lnTo>
                <a:lnTo order="134">
                  <a:pt x="309985" y="265886"/>
                </a:lnTo>
                <a:lnTo order="135">
                  <a:pt x="306204" y="262141"/>
                </a:lnTo>
                <a:lnTo order="136">
                  <a:pt x="296754" y="256524"/>
                </a:lnTo>
                <a:lnTo order="137">
                  <a:pt x="296754" y="256524"/>
                </a:lnTo>
                <a:lnTo order="138">
                  <a:pt x="281632" y="252779"/>
                </a:lnTo>
                <a:lnTo order="139">
                  <a:pt x="260841" y="252779"/>
                </a:lnTo>
                <a:lnTo order="140">
                  <a:pt x="260841" y="224692"/>
                </a:lnTo>
                <a:lnTo order="141">
                  <a:pt x="442295" y="224692"/>
                </a:lnTo>
                <a:lnTo order="142">
                  <a:pt x="442295" y="252779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32" name="Shape 32"/>
          <p:cNvSpPr/>
          <p:nvPr/>
        </p:nvSpPr>
        <p:spPr>
          <a:xfrm>
            <a:off x="1586794" y="3580423"/>
            <a:ext cx="44979" cy="82387"/>
          </a:xfrm>
          <a:custGeom>
            <a:avLst/>
            <a:pathLst>
              <a:path w="44979" h="82387">
                <a:moveTo order="1">
                  <a:pt x="31290" y="61790"/>
                </a:moveTo>
                <a:lnTo order="2">
                  <a:pt x="31290" y="61790"/>
                </a:lnTo>
                <a:lnTo order="3">
                  <a:pt x="31290" y="69280"/>
                </a:lnTo>
                <a:lnTo order="4">
                  <a:pt x="33245" y="74897"/>
                </a:lnTo>
                <a:lnTo order="5">
                  <a:pt x="37157" y="76770"/>
                </a:lnTo>
                <a:lnTo order="6">
                  <a:pt x="44979" y="78642"/>
                </a:lnTo>
                <a:lnTo order="7">
                  <a:pt x="44979" y="82387"/>
                </a:lnTo>
                <a:lnTo order="8">
                  <a:pt x="44979" y="82387"/>
                </a:lnTo>
                <a:lnTo order="9">
                  <a:pt x="23467" y="80515"/>
                </a:lnTo>
                <a:lnTo order="10">
                  <a:pt x="23467" y="80515"/>
                </a:lnTo>
                <a:lnTo order="11">
                  <a:pt x="0" y="82387"/>
                </a:lnTo>
                <a:lnTo order="12">
                  <a:pt x="0" y="78642"/>
                </a:lnTo>
                <a:lnTo order="13">
                  <a:pt x="0" y="78642"/>
                </a:lnTo>
                <a:lnTo order="14">
                  <a:pt x="7822" y="76770"/>
                </a:lnTo>
                <a:lnTo order="15">
                  <a:pt x="11734" y="74897"/>
                </a:lnTo>
                <a:lnTo order="16">
                  <a:pt x="13689" y="69280"/>
                </a:lnTo>
                <a:lnTo order="17">
                  <a:pt x="13689" y="61790"/>
                </a:lnTo>
                <a:lnTo order="18">
                  <a:pt x="13689" y="20597"/>
                </a:lnTo>
                <a:lnTo order="19">
                  <a:pt x="13689" y="20597"/>
                </a:lnTo>
                <a:lnTo order="20">
                  <a:pt x="13689" y="11235"/>
                </a:lnTo>
                <a:lnTo order="21">
                  <a:pt x="11734" y="7490"/>
                </a:lnTo>
                <a:lnTo order="22">
                  <a:pt x="7822" y="3745"/>
                </a:lnTo>
                <a:lnTo order="23">
                  <a:pt x="0" y="3745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23467" y="0"/>
                </a:lnTo>
                <a:lnTo order="27">
                  <a:pt x="23467" y="0"/>
                </a:lnTo>
                <a:lnTo order="28">
                  <a:pt x="44979" y="0"/>
                </a:lnTo>
                <a:lnTo order="29">
                  <a:pt x="44979" y="3745"/>
                </a:lnTo>
                <a:lnTo order="30">
                  <a:pt x="44979" y="3745"/>
                </a:lnTo>
                <a:lnTo order="31">
                  <a:pt x="37157" y="3745"/>
                </a:lnTo>
                <a:lnTo order="32">
                  <a:pt x="33245" y="7490"/>
                </a:lnTo>
                <a:lnTo order="33">
                  <a:pt x="31290" y="11235"/>
                </a:lnTo>
                <a:lnTo order="34">
                  <a:pt x="31290" y="20597"/>
                </a:lnTo>
                <a:lnTo order="35">
                  <a:pt x="31290" y="61790"/>
                </a:lnTo>
                <a:close order="36"/>
              </a:path>
            </a:pathLst>
          </a:custGeom>
          <a:solidFill>
            <a:srgbClr val="2A3E6B"/>
          </a:solidFill>
        </p:spPr>
      </p:sp>
      <p:sp>
        <p:nvSpPr>
          <p:cNvPr id="33" name="Shape 33"/>
          <p:cNvSpPr/>
          <p:nvPr/>
        </p:nvSpPr>
        <p:spPr>
          <a:xfrm>
            <a:off x="1639270" y="3580423"/>
            <a:ext cx="97455" cy="82387"/>
          </a:xfrm>
          <a:custGeom>
            <a:avLst/>
            <a:pathLst>
              <a:path w="97455" h="82387">
                <a:moveTo order="1">
                  <a:pt x="82462" y="82387"/>
                </a:moveTo>
                <a:lnTo order="2">
                  <a:pt x="76839" y="82387"/>
                </a:lnTo>
                <a:lnTo order="3">
                  <a:pt x="20615" y="16477"/>
                </a:lnTo>
                <a:lnTo order="4">
                  <a:pt x="20615" y="16477"/>
                </a:lnTo>
                <a:lnTo order="5">
                  <a:pt x="20615" y="60417"/>
                </a:lnTo>
                <a:lnTo order="6">
                  <a:pt x="20615" y="60417"/>
                </a:lnTo>
                <a:lnTo order="7">
                  <a:pt x="20615" y="69571"/>
                </a:lnTo>
                <a:lnTo order="8">
                  <a:pt x="22490" y="73233"/>
                </a:lnTo>
                <a:lnTo order="9">
                  <a:pt x="28112" y="75064"/>
                </a:lnTo>
                <a:lnTo order="10">
                  <a:pt x="33734" y="76895"/>
                </a:lnTo>
                <a:lnTo order="11">
                  <a:pt x="33734" y="80556"/>
                </a:lnTo>
                <a:lnTo order="12">
                  <a:pt x="33734" y="80556"/>
                </a:lnTo>
                <a:lnTo order="13">
                  <a:pt x="16867" y="78726"/>
                </a:lnTo>
                <a:lnTo order="14">
                  <a:pt x="16867" y="78726"/>
                </a:lnTo>
                <a:lnTo order="15">
                  <a:pt x="0" y="80556"/>
                </a:lnTo>
                <a:lnTo order="16">
                  <a:pt x="0" y="76895"/>
                </a:lnTo>
                <a:lnTo order="17">
                  <a:pt x="0" y="76895"/>
                </a:lnTo>
                <a:lnTo order="18">
                  <a:pt x="7497" y="75064"/>
                </a:lnTo>
                <a:lnTo order="19">
                  <a:pt x="11245" y="73233"/>
                </a:lnTo>
                <a:lnTo order="20">
                  <a:pt x="14993" y="69571"/>
                </a:lnTo>
                <a:lnTo order="21">
                  <a:pt x="14993" y="60417"/>
                </a:lnTo>
                <a:lnTo order="22">
                  <a:pt x="14993" y="9154"/>
                </a:lnTo>
                <a:lnTo order="23">
                  <a:pt x="14993" y="9154"/>
                </a:lnTo>
                <a:lnTo order="24">
                  <a:pt x="11245" y="7323"/>
                </a:lnTo>
                <a:lnTo order="25">
                  <a:pt x="9371" y="5492"/>
                </a:lnTo>
                <a:lnTo order="26">
                  <a:pt x="0" y="3662"/>
                </a:lnTo>
                <a:lnTo order="27">
                  <a:pt x="0" y="0"/>
                </a:lnTo>
                <a:lnTo order="28">
                  <a:pt x="0" y="0"/>
                </a:lnTo>
                <a:lnTo order="29">
                  <a:pt x="11245" y="0"/>
                </a:lnTo>
                <a:lnTo order="30">
                  <a:pt x="11245" y="0"/>
                </a:lnTo>
                <a:lnTo order="31">
                  <a:pt x="26238" y="0"/>
                </a:lnTo>
                <a:lnTo order="32">
                  <a:pt x="76839" y="60417"/>
                </a:lnTo>
                <a:lnTo order="33">
                  <a:pt x="76839" y="60417"/>
                </a:lnTo>
                <a:lnTo order="34">
                  <a:pt x="76839" y="18308"/>
                </a:lnTo>
                <a:lnTo order="35">
                  <a:pt x="76839" y="18308"/>
                </a:lnTo>
                <a:lnTo order="36">
                  <a:pt x="76839" y="10985"/>
                </a:lnTo>
                <a:lnTo order="37">
                  <a:pt x="74965" y="5492"/>
                </a:lnTo>
                <a:lnTo order="38">
                  <a:pt x="69343" y="3662"/>
                </a:lnTo>
                <a:lnTo order="39">
                  <a:pt x="63720" y="3662"/>
                </a:lnTo>
                <a:lnTo order="40">
                  <a:pt x="63720" y="0"/>
                </a:lnTo>
                <a:lnTo order="41">
                  <a:pt x="63720" y="0"/>
                </a:lnTo>
                <a:lnTo order="42">
                  <a:pt x="78714" y="0"/>
                </a:lnTo>
                <a:lnTo order="43">
                  <a:pt x="78714" y="0"/>
                </a:lnTo>
                <a:lnTo order="44">
                  <a:pt x="97455" y="0"/>
                </a:lnTo>
                <a:lnTo order="45">
                  <a:pt x="97455" y="3662"/>
                </a:lnTo>
                <a:lnTo order="46">
                  <a:pt x="97455" y="3662"/>
                </a:lnTo>
                <a:lnTo order="47">
                  <a:pt x="89958" y="3662"/>
                </a:lnTo>
                <a:lnTo order="48">
                  <a:pt x="86210" y="5492"/>
                </a:lnTo>
                <a:lnTo order="49">
                  <a:pt x="82462" y="10985"/>
                </a:lnTo>
                <a:lnTo order="50">
                  <a:pt x="82462" y="18308"/>
                </a:lnTo>
                <a:lnTo order="51">
                  <a:pt x="82462" y="8238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34" name="Shape 34"/>
          <p:cNvSpPr/>
          <p:nvPr/>
        </p:nvSpPr>
        <p:spPr>
          <a:xfrm>
            <a:off x="1744222" y="3580423"/>
            <a:ext cx="89958" cy="82387"/>
          </a:xfrm>
          <a:custGeom>
            <a:avLst/>
            <a:pathLst>
              <a:path w="89958" h="82387">
                <a:moveTo order="1">
                  <a:pt x="41231" y="82387"/>
                </a:moveTo>
                <a:lnTo order="2">
                  <a:pt x="13119" y="14647"/>
                </a:lnTo>
                <a:lnTo order="3">
                  <a:pt x="13119" y="14647"/>
                </a:lnTo>
                <a:lnTo order="4">
                  <a:pt x="11245" y="9154"/>
                </a:lnTo>
                <a:lnTo order="5">
                  <a:pt x="7497" y="5492"/>
                </a:lnTo>
                <a:lnTo order="6">
                  <a:pt x="5622" y="3662"/>
                </a:lnTo>
                <a:lnTo order="7">
                  <a:pt x="0" y="3662"/>
                </a:lnTo>
                <a:lnTo order="8">
                  <a:pt x="0" y="0"/>
                </a:lnTo>
                <a:lnTo order="9">
                  <a:pt x="0" y="0"/>
                </a:lnTo>
                <a:lnTo order="10">
                  <a:pt x="20615" y="0"/>
                </a:lnTo>
                <a:lnTo order="11">
                  <a:pt x="20615" y="0"/>
                </a:lnTo>
                <a:lnTo order="12">
                  <a:pt x="41231" y="0"/>
                </a:lnTo>
                <a:lnTo order="13">
                  <a:pt x="41231" y="3662"/>
                </a:lnTo>
                <a:lnTo order="14">
                  <a:pt x="41231" y="3662"/>
                </a:lnTo>
                <a:lnTo order="15">
                  <a:pt x="31860" y="3662"/>
                </a:lnTo>
                <a:lnTo order="16">
                  <a:pt x="29986" y="5492"/>
                </a:lnTo>
                <a:lnTo order="17">
                  <a:pt x="28112" y="7323"/>
                </a:lnTo>
                <a:lnTo order="18">
                  <a:pt x="28112" y="7323"/>
                </a:lnTo>
                <a:lnTo order="19">
                  <a:pt x="29986" y="16477"/>
                </a:lnTo>
                <a:lnTo order="20">
                  <a:pt x="33734" y="23801"/>
                </a:lnTo>
                <a:lnTo order="21">
                  <a:pt x="50602" y="64079"/>
                </a:lnTo>
                <a:lnTo order="22">
                  <a:pt x="65595" y="29293"/>
                </a:lnTo>
                <a:lnTo order="23">
                  <a:pt x="65595" y="29293"/>
                </a:lnTo>
                <a:lnTo order="24">
                  <a:pt x="69343" y="20139"/>
                </a:lnTo>
                <a:lnTo order="25">
                  <a:pt x="73091" y="10985"/>
                </a:lnTo>
                <a:lnTo order="26">
                  <a:pt x="73091" y="10985"/>
                </a:lnTo>
                <a:lnTo order="27">
                  <a:pt x="71217" y="7323"/>
                </a:lnTo>
                <a:lnTo order="28">
                  <a:pt x="69343" y="5492"/>
                </a:lnTo>
                <a:lnTo order="29">
                  <a:pt x="59972" y="3662"/>
                </a:lnTo>
                <a:lnTo order="30">
                  <a:pt x="59972" y="0"/>
                </a:lnTo>
                <a:lnTo order="31">
                  <a:pt x="59972" y="0"/>
                </a:lnTo>
                <a:lnTo order="32">
                  <a:pt x="74965" y="0"/>
                </a:lnTo>
                <a:lnTo order="33">
                  <a:pt x="74965" y="0"/>
                </a:lnTo>
                <a:lnTo order="34">
                  <a:pt x="89958" y="0"/>
                </a:lnTo>
                <a:lnTo order="35">
                  <a:pt x="89958" y="3662"/>
                </a:lnTo>
                <a:lnTo order="36">
                  <a:pt x="89958" y="3662"/>
                </a:lnTo>
                <a:lnTo order="37">
                  <a:pt x="84336" y="5492"/>
                </a:lnTo>
                <a:lnTo order="38">
                  <a:pt x="80588" y="7323"/>
                </a:lnTo>
                <a:lnTo order="39">
                  <a:pt x="76839" y="12816"/>
                </a:lnTo>
                <a:lnTo order="40">
                  <a:pt x="74965" y="18308"/>
                </a:lnTo>
                <a:lnTo order="41">
                  <a:pt x="46853" y="82387"/>
                </a:lnTo>
                <a:lnTo order="42">
                  <a:pt x="41231" y="82387"/>
                </a:lnTo>
                <a:close order="43"/>
              </a:path>
            </a:pathLst>
          </a:custGeom>
          <a:solidFill>
            <a:srgbClr val="2A3E6B"/>
          </a:solidFill>
        </p:spPr>
      </p:sp>
      <p:sp>
        <p:nvSpPr>
          <p:cNvPr id="35" name="Shape 35"/>
          <p:cNvSpPr/>
          <p:nvPr/>
        </p:nvSpPr>
        <p:spPr>
          <a:xfrm>
            <a:off x="1841677" y="3580423"/>
            <a:ext cx="74965" cy="82387"/>
          </a:xfrm>
          <a:custGeom>
            <a:avLst/>
            <a:pathLst>
              <a:path w="74965" h="82387">
                <a:moveTo order="1">
                  <a:pt x="12799" y="20597"/>
                </a:moveTo>
                <a:lnTo order="2">
                  <a:pt x="12799" y="20597"/>
                </a:lnTo>
                <a:lnTo order="3">
                  <a:pt x="12799" y="11235"/>
                </a:lnTo>
                <a:lnTo order="4">
                  <a:pt x="10971" y="7490"/>
                </a:lnTo>
                <a:lnTo order="5">
                  <a:pt x="7314" y="3745"/>
                </a:lnTo>
                <a:lnTo order="6">
                  <a:pt x="0" y="3745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20113" y="0"/>
                </a:lnTo>
                <a:lnTo order="10">
                  <a:pt x="20113" y="0"/>
                </a:lnTo>
                <a:lnTo order="11">
                  <a:pt x="67652" y="0"/>
                </a:lnTo>
                <a:lnTo order="12">
                  <a:pt x="67652" y="20597"/>
                </a:lnTo>
                <a:lnTo order="13">
                  <a:pt x="65823" y="20597"/>
                </a:lnTo>
                <a:lnTo order="14">
                  <a:pt x="65823" y="20597"/>
                </a:lnTo>
                <a:lnTo order="15">
                  <a:pt x="63995" y="11235"/>
                </a:lnTo>
                <a:lnTo order="16">
                  <a:pt x="60338" y="7490"/>
                </a:lnTo>
                <a:lnTo order="17">
                  <a:pt x="54853" y="3745"/>
                </a:lnTo>
                <a:lnTo order="18">
                  <a:pt x="45711" y="3745"/>
                </a:lnTo>
                <a:lnTo order="19">
                  <a:pt x="31083" y="3745"/>
                </a:lnTo>
                <a:lnTo order="20">
                  <a:pt x="31083" y="3745"/>
                </a:lnTo>
                <a:lnTo order="21">
                  <a:pt x="29255" y="3745"/>
                </a:lnTo>
                <a:lnTo order="22">
                  <a:pt x="27426" y="5617"/>
                </a:lnTo>
                <a:lnTo order="23">
                  <a:pt x="27426" y="37449"/>
                </a:lnTo>
                <a:lnTo order="24">
                  <a:pt x="27426" y="37449"/>
                </a:lnTo>
                <a:lnTo order="25">
                  <a:pt x="36568" y="35576"/>
                </a:lnTo>
                <a:lnTo order="26">
                  <a:pt x="43882" y="33704"/>
                </a:lnTo>
                <a:lnTo order="27">
                  <a:pt x="47539" y="28087"/>
                </a:lnTo>
                <a:lnTo order="28">
                  <a:pt x="47539" y="18724"/>
                </a:lnTo>
                <a:lnTo order="29">
                  <a:pt x="51196" y="18724"/>
                </a:lnTo>
                <a:lnTo order="30">
                  <a:pt x="51196" y="18724"/>
                </a:lnTo>
                <a:lnTo order="31">
                  <a:pt x="51196" y="37449"/>
                </a:lnTo>
                <a:lnTo order="32">
                  <a:pt x="51196" y="37449"/>
                </a:lnTo>
                <a:lnTo order="33">
                  <a:pt x="51196" y="56173"/>
                </a:lnTo>
                <a:lnTo order="34">
                  <a:pt x="47539" y="56173"/>
                </a:lnTo>
                <a:lnTo order="35">
                  <a:pt x="47539" y="56173"/>
                </a:lnTo>
                <a:lnTo order="36">
                  <a:pt x="47539" y="46811"/>
                </a:lnTo>
                <a:lnTo order="37">
                  <a:pt x="43882" y="43066"/>
                </a:lnTo>
                <a:lnTo order="38">
                  <a:pt x="38397" y="41194"/>
                </a:lnTo>
                <a:lnTo order="39">
                  <a:pt x="27426" y="41194"/>
                </a:lnTo>
                <a:lnTo order="40">
                  <a:pt x="27426" y="65535"/>
                </a:lnTo>
                <a:lnTo order="41">
                  <a:pt x="27426" y="65535"/>
                </a:lnTo>
                <a:lnTo order="42">
                  <a:pt x="29255" y="71153"/>
                </a:lnTo>
                <a:lnTo order="43">
                  <a:pt x="32912" y="74897"/>
                </a:lnTo>
                <a:lnTo order="44">
                  <a:pt x="36568" y="76770"/>
                </a:lnTo>
                <a:lnTo order="45">
                  <a:pt x="45711" y="78642"/>
                </a:lnTo>
                <a:lnTo order="46">
                  <a:pt x="45711" y="78642"/>
                </a:lnTo>
                <a:lnTo order="47">
                  <a:pt x="54853" y="76770"/>
                </a:lnTo>
                <a:lnTo order="48">
                  <a:pt x="62166" y="74897"/>
                </a:lnTo>
                <a:lnTo order="49">
                  <a:pt x="67652" y="69280"/>
                </a:lnTo>
                <a:lnTo order="50">
                  <a:pt x="71308" y="59918"/>
                </a:lnTo>
                <a:lnTo order="51">
                  <a:pt x="74965" y="59918"/>
                </a:lnTo>
                <a:lnTo order="52">
                  <a:pt x="73137" y="82387"/>
                </a:lnTo>
                <a:lnTo order="53">
                  <a:pt x="73137" y="82387"/>
                </a:lnTo>
                <a:lnTo order="54">
                  <a:pt x="20113" y="80515"/>
                </a:lnTo>
                <a:lnTo order="55">
                  <a:pt x="20113" y="80515"/>
                </a:lnTo>
                <a:lnTo order="56">
                  <a:pt x="0" y="82387"/>
                </a:lnTo>
                <a:lnTo order="57">
                  <a:pt x="0" y="78642"/>
                </a:lnTo>
                <a:lnTo order="58">
                  <a:pt x="0" y="78642"/>
                </a:lnTo>
                <a:lnTo order="59">
                  <a:pt x="7314" y="76770"/>
                </a:lnTo>
                <a:lnTo order="60">
                  <a:pt x="10971" y="74897"/>
                </a:lnTo>
                <a:lnTo order="61">
                  <a:pt x="12799" y="69280"/>
                </a:lnTo>
                <a:lnTo order="62">
                  <a:pt x="12799" y="61790"/>
                </a:lnTo>
                <a:lnTo order="63">
                  <a:pt x="12799" y="20597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36" name="Shape 36"/>
          <p:cNvSpPr/>
          <p:nvPr/>
        </p:nvSpPr>
        <p:spPr>
          <a:xfrm>
            <a:off x="1939131" y="3580423"/>
            <a:ext cx="59972" cy="89877"/>
          </a:xfrm>
          <a:custGeom>
            <a:avLst/>
            <a:pathLst>
              <a:path w="59972" h="89877">
                <a:moveTo order="1">
                  <a:pt x="56103" y="25400"/>
                </a:moveTo>
                <a:lnTo order="2">
                  <a:pt x="52234" y="25400"/>
                </a:lnTo>
                <a:lnTo order="3">
                  <a:pt x="52234" y="25400"/>
                </a:lnTo>
                <a:lnTo order="4">
                  <a:pt x="48365" y="17585"/>
                </a:lnTo>
                <a:lnTo order="5">
                  <a:pt x="44496" y="9769"/>
                </a:lnTo>
                <a:lnTo order="6">
                  <a:pt x="36757" y="5862"/>
                </a:lnTo>
                <a:lnTo order="7">
                  <a:pt x="29019" y="3908"/>
                </a:lnTo>
                <a:lnTo order="8">
                  <a:pt x="29019" y="3908"/>
                </a:lnTo>
                <a:lnTo order="9">
                  <a:pt x="23215" y="3908"/>
                </a:lnTo>
                <a:lnTo order="10">
                  <a:pt x="17411" y="7815"/>
                </a:lnTo>
                <a:lnTo order="11">
                  <a:pt x="15477" y="11723"/>
                </a:lnTo>
                <a:lnTo order="12">
                  <a:pt x="13542" y="17585"/>
                </a:lnTo>
                <a:lnTo order="13">
                  <a:pt x="13542" y="17585"/>
                </a:lnTo>
                <a:lnTo order="14">
                  <a:pt x="15477" y="23446"/>
                </a:lnTo>
                <a:lnTo order="15">
                  <a:pt x="21280" y="27354"/>
                </a:lnTo>
                <a:lnTo order="16">
                  <a:pt x="36757" y="37123"/>
                </a:lnTo>
                <a:lnTo order="17">
                  <a:pt x="46430" y="41031"/>
                </a:lnTo>
                <a:lnTo order="18">
                  <a:pt x="54168" y="46892"/>
                </a:lnTo>
                <a:lnTo order="19">
                  <a:pt x="58038" y="52754"/>
                </a:lnTo>
                <a:lnTo order="20">
                  <a:pt x="59972" y="62523"/>
                </a:lnTo>
                <a:lnTo order="21">
                  <a:pt x="59972" y="62523"/>
                </a:lnTo>
                <a:lnTo order="22">
                  <a:pt x="59972" y="70338"/>
                </a:lnTo>
                <a:lnTo order="23">
                  <a:pt x="58038" y="74246"/>
                </a:lnTo>
                <a:lnTo order="24">
                  <a:pt x="54168" y="80108"/>
                </a:lnTo>
                <a:lnTo order="25">
                  <a:pt x="50299" y="82062"/>
                </a:lnTo>
                <a:lnTo order="26">
                  <a:pt x="40626" y="87923"/>
                </a:lnTo>
                <a:lnTo order="27">
                  <a:pt x="27084" y="89877"/>
                </a:lnTo>
                <a:lnTo order="28">
                  <a:pt x="27084" y="89877"/>
                </a:lnTo>
                <a:lnTo order="29">
                  <a:pt x="15477" y="85969"/>
                </a:lnTo>
                <a:lnTo order="30">
                  <a:pt x="5804" y="82062"/>
                </a:lnTo>
                <a:lnTo order="31">
                  <a:pt x="1935" y="85969"/>
                </a:lnTo>
                <a:lnTo order="32">
                  <a:pt x="0" y="85969"/>
                </a:lnTo>
                <a:lnTo order="33">
                  <a:pt x="0" y="60569"/>
                </a:lnTo>
                <a:lnTo order="34">
                  <a:pt x="3869" y="60569"/>
                </a:lnTo>
                <a:lnTo order="35">
                  <a:pt x="3869" y="60569"/>
                </a:lnTo>
                <a:lnTo order="36">
                  <a:pt x="5804" y="70338"/>
                </a:lnTo>
                <a:lnTo order="37">
                  <a:pt x="11608" y="78154"/>
                </a:lnTo>
                <a:lnTo order="38">
                  <a:pt x="19346" y="84015"/>
                </a:lnTo>
                <a:lnTo order="39">
                  <a:pt x="29019" y="85969"/>
                </a:lnTo>
                <a:lnTo order="40">
                  <a:pt x="29019" y="85969"/>
                </a:lnTo>
                <a:lnTo order="41">
                  <a:pt x="36757" y="84015"/>
                </a:lnTo>
                <a:lnTo order="42">
                  <a:pt x="42561" y="80108"/>
                </a:lnTo>
                <a:lnTo order="43">
                  <a:pt x="46430" y="76200"/>
                </a:lnTo>
                <a:lnTo order="44">
                  <a:pt x="46430" y="68385"/>
                </a:lnTo>
                <a:lnTo order="45">
                  <a:pt x="46430" y="68385"/>
                </a:lnTo>
                <a:lnTo order="46">
                  <a:pt x="44496" y="62523"/>
                </a:lnTo>
                <a:lnTo order="47">
                  <a:pt x="40626" y="56662"/>
                </a:lnTo>
                <a:lnTo order="48">
                  <a:pt x="32888" y="52754"/>
                </a:lnTo>
                <a:lnTo order="49">
                  <a:pt x="23215" y="48846"/>
                </a:lnTo>
                <a:lnTo order="50">
                  <a:pt x="15477" y="44938"/>
                </a:lnTo>
                <a:lnTo order="51">
                  <a:pt x="7738" y="39077"/>
                </a:lnTo>
                <a:lnTo order="52">
                  <a:pt x="1935" y="33215"/>
                </a:lnTo>
                <a:lnTo order="53">
                  <a:pt x="0" y="23446"/>
                </a:lnTo>
                <a:lnTo order="54">
                  <a:pt x="0" y="23446"/>
                </a:lnTo>
                <a:lnTo order="55">
                  <a:pt x="1935" y="13677"/>
                </a:lnTo>
                <a:lnTo order="56">
                  <a:pt x="7738" y="5862"/>
                </a:lnTo>
                <a:lnTo order="57">
                  <a:pt x="15477" y="1954"/>
                </a:lnTo>
                <a:lnTo order="58">
                  <a:pt x="27084" y="0"/>
                </a:lnTo>
                <a:lnTo order="59">
                  <a:pt x="27084" y="0"/>
                </a:lnTo>
                <a:lnTo order="60">
                  <a:pt x="38692" y="1954"/>
                </a:lnTo>
                <a:lnTo order="61">
                  <a:pt x="50299" y="7815"/>
                </a:lnTo>
                <a:lnTo order="62">
                  <a:pt x="52234" y="1954"/>
                </a:lnTo>
                <a:lnTo order="63">
                  <a:pt x="54168" y="1954"/>
                </a:lnTo>
                <a:lnTo order="64">
                  <a:pt x="56103" y="25400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37" name="Shape 37"/>
          <p:cNvSpPr/>
          <p:nvPr/>
        </p:nvSpPr>
        <p:spPr>
          <a:xfrm>
            <a:off x="2006600" y="3580423"/>
            <a:ext cx="89958" cy="82387"/>
          </a:xfrm>
          <a:custGeom>
            <a:avLst/>
            <a:pathLst>
              <a:path w="89958" h="82387">
                <a:moveTo order="1">
                  <a:pt x="52802" y="61790"/>
                </a:moveTo>
                <a:lnTo order="2">
                  <a:pt x="52802" y="61790"/>
                </a:lnTo>
                <a:lnTo order="3">
                  <a:pt x="52802" y="69280"/>
                </a:lnTo>
                <a:lnTo order="4">
                  <a:pt x="54757" y="74897"/>
                </a:lnTo>
                <a:lnTo order="5">
                  <a:pt x="58668" y="76770"/>
                </a:lnTo>
                <a:lnTo order="6">
                  <a:pt x="66491" y="78642"/>
                </a:lnTo>
                <a:lnTo order="7">
                  <a:pt x="66491" y="82387"/>
                </a:lnTo>
                <a:lnTo order="8">
                  <a:pt x="66491" y="82387"/>
                </a:lnTo>
                <a:lnTo order="9">
                  <a:pt x="44979" y="80515"/>
                </a:lnTo>
                <a:lnTo order="10">
                  <a:pt x="44979" y="80515"/>
                </a:lnTo>
                <a:lnTo order="11">
                  <a:pt x="23467" y="82387"/>
                </a:lnTo>
                <a:lnTo order="12">
                  <a:pt x="23467" y="78642"/>
                </a:lnTo>
                <a:lnTo order="13">
                  <a:pt x="23467" y="78642"/>
                </a:lnTo>
                <a:lnTo order="14">
                  <a:pt x="31290" y="76770"/>
                </a:lnTo>
                <a:lnTo order="15">
                  <a:pt x="35201" y="74897"/>
                </a:lnTo>
                <a:lnTo order="16">
                  <a:pt x="37157" y="69280"/>
                </a:lnTo>
                <a:lnTo order="17">
                  <a:pt x="37157" y="61790"/>
                </a:lnTo>
                <a:lnTo order="18">
                  <a:pt x="37157" y="7490"/>
                </a:lnTo>
                <a:lnTo order="19">
                  <a:pt x="37157" y="7490"/>
                </a:lnTo>
                <a:lnTo order="20">
                  <a:pt x="35201" y="5617"/>
                </a:lnTo>
                <a:lnTo order="21">
                  <a:pt x="31290" y="3745"/>
                </a:lnTo>
                <a:lnTo order="22">
                  <a:pt x="21512" y="3745"/>
                </a:lnTo>
                <a:lnTo order="23">
                  <a:pt x="21512" y="3745"/>
                </a:lnTo>
                <a:lnTo order="24">
                  <a:pt x="11734" y="5617"/>
                </a:lnTo>
                <a:lnTo order="25">
                  <a:pt x="7822" y="9362"/>
                </a:lnTo>
                <a:lnTo order="26">
                  <a:pt x="3911" y="13107"/>
                </a:lnTo>
                <a:lnTo order="27">
                  <a:pt x="1956" y="20597"/>
                </a:lnTo>
                <a:lnTo order="28">
                  <a:pt x="0" y="20597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44979" y="0"/>
                </a:lnTo>
                <a:lnTo order="32">
                  <a:pt x="44979" y="0"/>
                </a:lnTo>
                <a:lnTo order="33">
                  <a:pt x="89958" y="0"/>
                </a:lnTo>
                <a:lnTo order="34">
                  <a:pt x="89958" y="20597"/>
                </a:lnTo>
                <a:lnTo order="35">
                  <a:pt x="88003" y="20597"/>
                </a:lnTo>
                <a:lnTo order="36">
                  <a:pt x="88003" y="20597"/>
                </a:lnTo>
                <a:lnTo order="37">
                  <a:pt x="86047" y="13107"/>
                </a:lnTo>
                <a:lnTo order="38">
                  <a:pt x="82136" y="9362"/>
                </a:lnTo>
                <a:lnTo order="39">
                  <a:pt x="78225" y="5617"/>
                </a:lnTo>
                <a:lnTo order="40">
                  <a:pt x="68447" y="3745"/>
                </a:lnTo>
                <a:lnTo order="41">
                  <a:pt x="58668" y="3745"/>
                </a:lnTo>
                <a:lnTo order="42">
                  <a:pt x="58668" y="3745"/>
                </a:lnTo>
                <a:lnTo order="43">
                  <a:pt x="54757" y="5617"/>
                </a:lnTo>
                <a:lnTo order="44">
                  <a:pt x="52802" y="7490"/>
                </a:lnTo>
                <a:lnTo order="45">
                  <a:pt x="52802" y="61790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38" name="Shape 38"/>
          <p:cNvSpPr/>
          <p:nvPr/>
        </p:nvSpPr>
        <p:spPr>
          <a:xfrm>
            <a:off x="2104055" y="3580423"/>
            <a:ext cx="119944" cy="82387"/>
          </a:xfrm>
          <a:custGeom>
            <a:avLst/>
            <a:pathLst>
              <a:path w="119944" h="82387">
                <a:moveTo order="1">
                  <a:pt x="88991" y="0"/>
                </a:moveTo>
                <a:lnTo order="2">
                  <a:pt x="88991" y="0"/>
                </a:lnTo>
                <a:lnTo order="3">
                  <a:pt x="104468" y="0"/>
                </a:lnTo>
                <a:lnTo order="4">
                  <a:pt x="104468" y="0"/>
                </a:lnTo>
                <a:lnTo order="5">
                  <a:pt x="119944" y="0"/>
                </a:lnTo>
                <a:lnTo order="6">
                  <a:pt x="119944" y="3745"/>
                </a:lnTo>
                <a:lnTo order="7">
                  <a:pt x="119944" y="3745"/>
                </a:lnTo>
                <a:lnTo order="8">
                  <a:pt x="114141" y="3745"/>
                </a:lnTo>
                <a:lnTo order="9">
                  <a:pt x="108337" y="5617"/>
                </a:lnTo>
                <a:lnTo order="10">
                  <a:pt x="106402" y="9362"/>
                </a:lnTo>
                <a:lnTo order="11">
                  <a:pt x="104468" y="16852"/>
                </a:lnTo>
                <a:lnTo order="12">
                  <a:pt x="104468" y="61790"/>
                </a:lnTo>
                <a:lnTo order="13">
                  <a:pt x="104468" y="61790"/>
                </a:lnTo>
                <a:lnTo order="14">
                  <a:pt x="104468" y="69280"/>
                </a:lnTo>
                <a:lnTo order="15">
                  <a:pt x="106402" y="74897"/>
                </a:lnTo>
                <a:lnTo order="16">
                  <a:pt x="110272" y="76770"/>
                </a:lnTo>
                <a:lnTo order="17">
                  <a:pt x="118010" y="78642"/>
                </a:lnTo>
                <a:lnTo order="18">
                  <a:pt x="118010" y="82387"/>
                </a:lnTo>
                <a:lnTo order="19">
                  <a:pt x="118010" y="82387"/>
                </a:lnTo>
                <a:lnTo order="20">
                  <a:pt x="96729" y="80515"/>
                </a:lnTo>
                <a:lnTo order="21">
                  <a:pt x="96729" y="80515"/>
                </a:lnTo>
                <a:lnTo order="22">
                  <a:pt x="73514" y="82387"/>
                </a:lnTo>
                <a:lnTo order="23">
                  <a:pt x="73514" y="78642"/>
                </a:lnTo>
                <a:lnTo order="24">
                  <a:pt x="73514" y="78642"/>
                </a:lnTo>
                <a:lnTo order="25">
                  <a:pt x="83187" y="76770"/>
                </a:lnTo>
                <a:lnTo order="26">
                  <a:pt x="87056" y="74897"/>
                </a:lnTo>
                <a:lnTo order="27">
                  <a:pt x="88991" y="69280"/>
                </a:lnTo>
                <a:lnTo order="28">
                  <a:pt x="88991" y="61790"/>
                </a:lnTo>
                <a:lnTo order="29">
                  <a:pt x="88991" y="13107"/>
                </a:lnTo>
                <a:lnTo order="30">
                  <a:pt x="87056" y="13107"/>
                </a:lnTo>
                <a:lnTo order="31">
                  <a:pt x="54168" y="80515"/>
                </a:lnTo>
                <a:lnTo order="32">
                  <a:pt x="52234" y="80515"/>
                </a:lnTo>
                <a:lnTo order="33">
                  <a:pt x="19346" y="11235"/>
                </a:lnTo>
                <a:lnTo order="34">
                  <a:pt x="19346" y="11235"/>
                </a:lnTo>
                <a:lnTo order="35">
                  <a:pt x="19346" y="61790"/>
                </a:lnTo>
                <a:lnTo order="36">
                  <a:pt x="19346" y="61790"/>
                </a:lnTo>
                <a:lnTo order="37">
                  <a:pt x="21280" y="71153"/>
                </a:lnTo>
                <a:lnTo order="38">
                  <a:pt x="23215" y="74897"/>
                </a:lnTo>
                <a:lnTo order="39">
                  <a:pt x="27084" y="76770"/>
                </a:lnTo>
                <a:lnTo order="40">
                  <a:pt x="34823" y="78642"/>
                </a:lnTo>
                <a:lnTo order="41">
                  <a:pt x="34823" y="82387"/>
                </a:lnTo>
                <a:lnTo order="42">
                  <a:pt x="34823" y="82387"/>
                </a:lnTo>
                <a:lnTo order="43">
                  <a:pt x="17411" y="80515"/>
                </a:lnTo>
                <a:lnTo order="44">
                  <a:pt x="17411" y="80515"/>
                </a:lnTo>
                <a:lnTo order="45">
                  <a:pt x="0" y="82387"/>
                </a:lnTo>
                <a:lnTo order="46">
                  <a:pt x="0" y="78642"/>
                </a:lnTo>
                <a:lnTo order="47">
                  <a:pt x="0" y="78642"/>
                </a:lnTo>
                <a:lnTo order="48">
                  <a:pt x="7738" y="76770"/>
                </a:lnTo>
                <a:lnTo order="49">
                  <a:pt x="11608" y="74897"/>
                </a:lnTo>
                <a:lnTo order="50">
                  <a:pt x="13542" y="71153"/>
                </a:lnTo>
                <a:lnTo order="51">
                  <a:pt x="13542" y="61790"/>
                </a:lnTo>
                <a:lnTo order="52">
                  <a:pt x="13542" y="16852"/>
                </a:lnTo>
                <a:lnTo order="53">
                  <a:pt x="13542" y="16852"/>
                </a:lnTo>
                <a:lnTo order="54">
                  <a:pt x="13542" y="9362"/>
                </a:lnTo>
                <a:lnTo order="55">
                  <a:pt x="9673" y="5617"/>
                </a:lnTo>
                <a:lnTo order="56">
                  <a:pt x="5804" y="3745"/>
                </a:lnTo>
                <a:lnTo order="57">
                  <a:pt x="0" y="3745"/>
                </a:lnTo>
                <a:lnTo order="58">
                  <a:pt x="0" y="0"/>
                </a:lnTo>
                <a:lnTo order="59">
                  <a:pt x="0" y="0"/>
                </a:lnTo>
                <a:lnTo order="60">
                  <a:pt x="15477" y="0"/>
                </a:lnTo>
                <a:lnTo order="61">
                  <a:pt x="15477" y="0"/>
                </a:lnTo>
                <a:lnTo order="62">
                  <a:pt x="30953" y="0"/>
                </a:lnTo>
                <a:lnTo order="63">
                  <a:pt x="59972" y="61790"/>
                </a:lnTo>
                <a:lnTo order="64">
                  <a:pt x="88991" y="0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39" name="Shape 39"/>
          <p:cNvSpPr/>
          <p:nvPr/>
        </p:nvSpPr>
        <p:spPr>
          <a:xfrm>
            <a:off x="2231492" y="3580423"/>
            <a:ext cx="74965" cy="82387"/>
          </a:xfrm>
          <a:custGeom>
            <a:avLst/>
            <a:pathLst>
              <a:path w="74965" h="82387">
                <a:moveTo order="1">
                  <a:pt x="12799" y="20597"/>
                </a:moveTo>
                <a:lnTo order="2">
                  <a:pt x="12799" y="20597"/>
                </a:lnTo>
                <a:lnTo order="3">
                  <a:pt x="12799" y="11235"/>
                </a:lnTo>
                <a:lnTo order="4">
                  <a:pt x="10971" y="7490"/>
                </a:lnTo>
                <a:lnTo order="5">
                  <a:pt x="7314" y="3745"/>
                </a:lnTo>
                <a:lnTo order="6">
                  <a:pt x="0" y="3745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21941" y="0"/>
                </a:lnTo>
                <a:lnTo order="10">
                  <a:pt x="21941" y="0"/>
                </a:lnTo>
                <a:lnTo order="11">
                  <a:pt x="69480" y="0"/>
                </a:lnTo>
                <a:lnTo order="12">
                  <a:pt x="69480" y="20597"/>
                </a:lnTo>
                <a:lnTo order="13">
                  <a:pt x="65823" y="20597"/>
                </a:lnTo>
                <a:lnTo order="14">
                  <a:pt x="65823" y="20597"/>
                </a:lnTo>
                <a:lnTo order="15">
                  <a:pt x="63995" y="11235"/>
                </a:lnTo>
                <a:lnTo order="16">
                  <a:pt x="60338" y="7490"/>
                </a:lnTo>
                <a:lnTo order="17">
                  <a:pt x="54853" y="3745"/>
                </a:lnTo>
                <a:lnTo order="18">
                  <a:pt x="45711" y="3745"/>
                </a:lnTo>
                <a:lnTo order="19">
                  <a:pt x="31083" y="3745"/>
                </a:lnTo>
                <a:lnTo order="20">
                  <a:pt x="31083" y="3745"/>
                </a:lnTo>
                <a:lnTo order="21">
                  <a:pt x="29255" y="3745"/>
                </a:lnTo>
                <a:lnTo order="22">
                  <a:pt x="29255" y="5617"/>
                </a:lnTo>
                <a:lnTo order="23">
                  <a:pt x="29255" y="37449"/>
                </a:lnTo>
                <a:lnTo order="24">
                  <a:pt x="29255" y="37449"/>
                </a:lnTo>
                <a:lnTo order="25">
                  <a:pt x="38397" y="35576"/>
                </a:lnTo>
                <a:lnTo order="26">
                  <a:pt x="43882" y="33704"/>
                </a:lnTo>
                <a:lnTo order="27">
                  <a:pt x="47539" y="28087"/>
                </a:lnTo>
                <a:lnTo order="28">
                  <a:pt x="49367" y="18724"/>
                </a:lnTo>
                <a:lnTo order="29">
                  <a:pt x="53024" y="18724"/>
                </a:lnTo>
                <a:lnTo order="30">
                  <a:pt x="53024" y="18724"/>
                </a:lnTo>
                <a:lnTo order="31">
                  <a:pt x="51196" y="37449"/>
                </a:lnTo>
                <a:lnTo order="32">
                  <a:pt x="51196" y="37449"/>
                </a:lnTo>
                <a:lnTo order="33">
                  <a:pt x="53024" y="56173"/>
                </a:lnTo>
                <a:lnTo order="34">
                  <a:pt x="49367" y="56173"/>
                </a:lnTo>
                <a:lnTo order="35">
                  <a:pt x="49367" y="56173"/>
                </a:lnTo>
                <a:lnTo order="36">
                  <a:pt x="47539" y="46811"/>
                </a:lnTo>
                <a:lnTo order="37">
                  <a:pt x="43882" y="43066"/>
                </a:lnTo>
                <a:lnTo order="38">
                  <a:pt x="38397" y="41194"/>
                </a:lnTo>
                <a:lnTo order="39">
                  <a:pt x="29255" y="41194"/>
                </a:lnTo>
                <a:lnTo order="40">
                  <a:pt x="29255" y="65535"/>
                </a:lnTo>
                <a:lnTo order="41">
                  <a:pt x="29255" y="65535"/>
                </a:lnTo>
                <a:lnTo order="42">
                  <a:pt x="29255" y="71153"/>
                </a:lnTo>
                <a:lnTo order="43">
                  <a:pt x="32912" y="74897"/>
                </a:lnTo>
                <a:lnTo order="44">
                  <a:pt x="38397" y="76770"/>
                </a:lnTo>
                <a:lnTo order="45">
                  <a:pt x="45711" y="78642"/>
                </a:lnTo>
                <a:lnTo order="46">
                  <a:pt x="45711" y="78642"/>
                </a:lnTo>
                <a:lnTo order="47">
                  <a:pt x="56681" y="76770"/>
                </a:lnTo>
                <a:lnTo order="48">
                  <a:pt x="63995" y="74897"/>
                </a:lnTo>
                <a:lnTo order="49">
                  <a:pt x="69480" y="69280"/>
                </a:lnTo>
                <a:lnTo order="50">
                  <a:pt x="71308" y="59918"/>
                </a:lnTo>
                <a:lnTo order="51">
                  <a:pt x="74965" y="59918"/>
                </a:lnTo>
                <a:lnTo order="52">
                  <a:pt x="74965" y="82387"/>
                </a:lnTo>
                <a:lnTo order="53">
                  <a:pt x="74965" y="82387"/>
                </a:lnTo>
                <a:lnTo order="54">
                  <a:pt x="21941" y="80515"/>
                </a:lnTo>
                <a:lnTo order="55">
                  <a:pt x="21941" y="80515"/>
                </a:lnTo>
                <a:lnTo order="56">
                  <a:pt x="0" y="82387"/>
                </a:lnTo>
                <a:lnTo order="57">
                  <a:pt x="0" y="78642"/>
                </a:lnTo>
                <a:lnTo order="58">
                  <a:pt x="0" y="78642"/>
                </a:lnTo>
                <a:lnTo order="59">
                  <a:pt x="7314" y="76770"/>
                </a:lnTo>
                <a:lnTo order="60">
                  <a:pt x="10971" y="74897"/>
                </a:lnTo>
                <a:lnTo order="61">
                  <a:pt x="12799" y="69280"/>
                </a:lnTo>
                <a:lnTo order="62">
                  <a:pt x="12799" y="61790"/>
                </a:lnTo>
                <a:lnTo order="63">
                  <a:pt x="12799" y="20597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40" name="Shape 40"/>
          <p:cNvSpPr/>
          <p:nvPr/>
        </p:nvSpPr>
        <p:spPr>
          <a:xfrm>
            <a:off x="2321458" y="3580423"/>
            <a:ext cx="97455" cy="82387"/>
          </a:xfrm>
          <a:custGeom>
            <a:avLst/>
            <a:pathLst>
              <a:path w="97455" h="82387">
                <a:moveTo order="1">
                  <a:pt x="82462" y="82387"/>
                </a:moveTo>
                <a:lnTo order="2">
                  <a:pt x="76839" y="82387"/>
                </a:lnTo>
                <a:lnTo order="3">
                  <a:pt x="20615" y="16477"/>
                </a:lnTo>
                <a:lnTo order="4">
                  <a:pt x="20615" y="16477"/>
                </a:lnTo>
                <a:lnTo order="5">
                  <a:pt x="20615" y="60417"/>
                </a:lnTo>
                <a:lnTo order="6">
                  <a:pt x="20615" y="60417"/>
                </a:lnTo>
                <a:lnTo order="7">
                  <a:pt x="20615" y="69571"/>
                </a:lnTo>
                <a:lnTo order="8">
                  <a:pt x="22490" y="73233"/>
                </a:lnTo>
                <a:lnTo order="9">
                  <a:pt x="28112" y="75064"/>
                </a:lnTo>
                <a:lnTo order="10">
                  <a:pt x="35609" y="76895"/>
                </a:lnTo>
                <a:lnTo order="11">
                  <a:pt x="35609" y="80556"/>
                </a:lnTo>
                <a:lnTo order="12">
                  <a:pt x="35609" y="80556"/>
                </a:lnTo>
                <a:lnTo order="13">
                  <a:pt x="16867" y="78726"/>
                </a:lnTo>
                <a:lnTo order="14">
                  <a:pt x="16867" y="78726"/>
                </a:lnTo>
                <a:lnTo order="15">
                  <a:pt x="0" y="80556"/>
                </a:lnTo>
                <a:lnTo order="16">
                  <a:pt x="0" y="76895"/>
                </a:lnTo>
                <a:lnTo order="17">
                  <a:pt x="0" y="76895"/>
                </a:lnTo>
                <a:lnTo order="18">
                  <a:pt x="7497" y="75064"/>
                </a:lnTo>
                <a:lnTo order="19">
                  <a:pt x="13119" y="73233"/>
                </a:lnTo>
                <a:lnTo order="20">
                  <a:pt x="14993" y="69571"/>
                </a:lnTo>
                <a:lnTo order="21">
                  <a:pt x="14993" y="60417"/>
                </a:lnTo>
                <a:lnTo order="22">
                  <a:pt x="14993" y="9154"/>
                </a:lnTo>
                <a:lnTo order="23">
                  <a:pt x="14993" y="9154"/>
                </a:lnTo>
                <a:lnTo order="24">
                  <a:pt x="13119" y="7323"/>
                </a:lnTo>
                <a:lnTo order="25">
                  <a:pt x="9371" y="5492"/>
                </a:lnTo>
                <a:lnTo order="26">
                  <a:pt x="1874" y="3662"/>
                </a:lnTo>
                <a:lnTo order="27">
                  <a:pt x="1874" y="0"/>
                </a:lnTo>
                <a:lnTo order="28">
                  <a:pt x="1874" y="0"/>
                </a:lnTo>
                <a:lnTo order="29">
                  <a:pt x="11245" y="0"/>
                </a:lnTo>
                <a:lnTo order="30">
                  <a:pt x="11245" y="0"/>
                </a:lnTo>
                <a:lnTo order="31">
                  <a:pt x="26238" y="0"/>
                </a:lnTo>
                <a:lnTo order="32">
                  <a:pt x="76839" y="60417"/>
                </a:lnTo>
                <a:lnTo order="33">
                  <a:pt x="76839" y="60417"/>
                </a:lnTo>
                <a:lnTo order="34">
                  <a:pt x="76839" y="18308"/>
                </a:lnTo>
                <a:lnTo order="35">
                  <a:pt x="76839" y="18308"/>
                </a:lnTo>
                <a:lnTo order="36">
                  <a:pt x="76839" y="10985"/>
                </a:lnTo>
                <a:lnTo order="37">
                  <a:pt x="74965" y="5492"/>
                </a:lnTo>
                <a:lnTo order="38">
                  <a:pt x="69343" y="3662"/>
                </a:lnTo>
                <a:lnTo order="39">
                  <a:pt x="63720" y="3662"/>
                </a:lnTo>
                <a:lnTo order="40">
                  <a:pt x="63720" y="0"/>
                </a:lnTo>
                <a:lnTo order="41">
                  <a:pt x="63720" y="0"/>
                </a:lnTo>
                <a:lnTo order="42">
                  <a:pt x="80588" y="0"/>
                </a:lnTo>
                <a:lnTo order="43">
                  <a:pt x="80588" y="0"/>
                </a:lnTo>
                <a:lnTo order="44">
                  <a:pt x="97455" y="0"/>
                </a:lnTo>
                <a:lnTo order="45">
                  <a:pt x="97455" y="3662"/>
                </a:lnTo>
                <a:lnTo order="46">
                  <a:pt x="97455" y="3662"/>
                </a:lnTo>
                <a:lnTo order="47">
                  <a:pt x="89958" y="3662"/>
                </a:lnTo>
                <a:lnTo order="48">
                  <a:pt x="86210" y="5492"/>
                </a:lnTo>
                <a:lnTo order="49">
                  <a:pt x="84336" y="10985"/>
                </a:lnTo>
                <a:lnTo order="50">
                  <a:pt x="82462" y="18308"/>
                </a:lnTo>
                <a:lnTo order="51">
                  <a:pt x="82462" y="8238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41" name="Shape 41"/>
          <p:cNvSpPr/>
          <p:nvPr/>
        </p:nvSpPr>
        <p:spPr>
          <a:xfrm>
            <a:off x="2426411" y="3580423"/>
            <a:ext cx="89958" cy="82387"/>
          </a:xfrm>
          <a:custGeom>
            <a:avLst/>
            <a:pathLst>
              <a:path w="89958" h="82387">
                <a:moveTo order="1">
                  <a:pt x="53592" y="61790"/>
                </a:moveTo>
                <a:lnTo order="2">
                  <a:pt x="53592" y="61790"/>
                </a:lnTo>
                <a:lnTo order="3">
                  <a:pt x="53592" y="69280"/>
                </a:lnTo>
                <a:lnTo order="4">
                  <a:pt x="55506" y="74897"/>
                </a:lnTo>
                <a:lnTo order="5">
                  <a:pt x="59334" y="76770"/>
                </a:lnTo>
                <a:lnTo order="6">
                  <a:pt x="66990" y="78642"/>
                </a:lnTo>
                <a:lnTo order="7">
                  <a:pt x="66990" y="82387"/>
                </a:lnTo>
                <a:lnTo order="8">
                  <a:pt x="66990" y="82387"/>
                </a:lnTo>
                <a:lnTo order="9">
                  <a:pt x="45936" y="80515"/>
                </a:lnTo>
                <a:lnTo order="10">
                  <a:pt x="45936" y="80515"/>
                </a:lnTo>
                <a:lnTo order="11">
                  <a:pt x="22968" y="82387"/>
                </a:lnTo>
                <a:lnTo order="12">
                  <a:pt x="22968" y="78642"/>
                </a:lnTo>
                <a:lnTo order="13">
                  <a:pt x="22968" y="78642"/>
                </a:lnTo>
                <a:lnTo order="14">
                  <a:pt x="30624" y="76770"/>
                </a:lnTo>
                <a:lnTo order="15">
                  <a:pt x="36366" y="74897"/>
                </a:lnTo>
                <a:lnTo order="16">
                  <a:pt x="36366" y="69280"/>
                </a:lnTo>
                <a:lnTo order="17">
                  <a:pt x="38280" y="61790"/>
                </a:lnTo>
                <a:lnTo order="18">
                  <a:pt x="38280" y="7490"/>
                </a:lnTo>
                <a:lnTo order="19">
                  <a:pt x="38280" y="7490"/>
                </a:lnTo>
                <a:lnTo order="20">
                  <a:pt x="36366" y="5617"/>
                </a:lnTo>
                <a:lnTo order="21">
                  <a:pt x="32538" y="3745"/>
                </a:lnTo>
                <a:lnTo order="22">
                  <a:pt x="22968" y="3745"/>
                </a:lnTo>
                <a:lnTo order="23">
                  <a:pt x="22968" y="3745"/>
                </a:lnTo>
                <a:lnTo order="24">
                  <a:pt x="13398" y="5617"/>
                </a:lnTo>
                <a:lnTo order="25">
                  <a:pt x="7656" y="9362"/>
                </a:lnTo>
                <a:lnTo order="26">
                  <a:pt x="5742" y="13107"/>
                </a:lnTo>
                <a:lnTo order="27">
                  <a:pt x="3828" y="20597"/>
                </a:lnTo>
                <a:lnTo order="28">
                  <a:pt x="0" y="20597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45936" y="0"/>
                </a:lnTo>
                <a:lnTo order="32">
                  <a:pt x="45936" y="0"/>
                </a:lnTo>
                <a:lnTo order="33">
                  <a:pt x="89958" y="0"/>
                </a:lnTo>
                <a:lnTo order="34">
                  <a:pt x="89958" y="20597"/>
                </a:lnTo>
                <a:lnTo order="35">
                  <a:pt x="86130" y="20597"/>
                </a:lnTo>
                <a:lnTo order="36">
                  <a:pt x="86130" y="20597"/>
                </a:lnTo>
                <a:lnTo order="37">
                  <a:pt x="86130" y="13107"/>
                </a:lnTo>
                <a:lnTo order="38">
                  <a:pt x="82302" y="9362"/>
                </a:lnTo>
                <a:lnTo order="39">
                  <a:pt x="76560" y="5617"/>
                </a:lnTo>
                <a:lnTo order="40">
                  <a:pt x="68904" y="3745"/>
                </a:lnTo>
                <a:lnTo order="41">
                  <a:pt x="59334" y="3745"/>
                </a:lnTo>
                <a:lnTo order="42">
                  <a:pt x="59334" y="3745"/>
                </a:lnTo>
                <a:lnTo order="43">
                  <a:pt x="55506" y="5617"/>
                </a:lnTo>
                <a:lnTo order="44">
                  <a:pt x="53592" y="7490"/>
                </a:lnTo>
                <a:lnTo order="45">
                  <a:pt x="53592" y="61790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42" name="Shape 42"/>
          <p:cNvSpPr/>
          <p:nvPr/>
        </p:nvSpPr>
        <p:spPr>
          <a:xfrm>
            <a:off x="2568842" y="3580423"/>
            <a:ext cx="97455" cy="89877"/>
          </a:xfrm>
          <a:custGeom>
            <a:avLst/>
            <a:pathLst>
              <a:path w="97455" h="89877">
                <a:moveTo order="1">
                  <a:pt x="76435" y="1954"/>
                </a:moveTo>
                <a:lnTo order="2">
                  <a:pt x="78346" y="1954"/>
                </a:lnTo>
                <a:lnTo order="3">
                  <a:pt x="80257" y="27354"/>
                </a:lnTo>
                <a:lnTo order="4">
                  <a:pt x="76435" y="27354"/>
                </a:lnTo>
                <a:lnTo order="5">
                  <a:pt x="76435" y="27354"/>
                </a:lnTo>
                <a:lnTo order="6">
                  <a:pt x="72613" y="17585"/>
                </a:lnTo>
                <a:lnTo order="7">
                  <a:pt x="66881" y="9769"/>
                </a:lnTo>
                <a:lnTo order="8">
                  <a:pt x="59237" y="5862"/>
                </a:lnTo>
                <a:lnTo order="9">
                  <a:pt x="49683" y="3908"/>
                </a:lnTo>
                <a:lnTo order="10">
                  <a:pt x="49683" y="3908"/>
                </a:lnTo>
                <a:lnTo order="11">
                  <a:pt x="42039" y="3908"/>
                </a:lnTo>
                <a:lnTo order="12">
                  <a:pt x="34396" y="7815"/>
                </a:lnTo>
                <a:lnTo order="13">
                  <a:pt x="28663" y="11723"/>
                </a:lnTo>
                <a:lnTo order="14">
                  <a:pt x="24841" y="17585"/>
                </a:lnTo>
                <a:lnTo order="15">
                  <a:pt x="22931" y="23446"/>
                </a:lnTo>
                <a:lnTo order="16">
                  <a:pt x="21020" y="29308"/>
                </a:lnTo>
                <a:lnTo order="17">
                  <a:pt x="19109" y="44938"/>
                </a:lnTo>
                <a:lnTo order="18">
                  <a:pt x="19109" y="44938"/>
                </a:lnTo>
                <a:lnTo order="19">
                  <a:pt x="21020" y="58615"/>
                </a:lnTo>
                <a:lnTo order="20">
                  <a:pt x="22931" y="66431"/>
                </a:lnTo>
                <a:lnTo order="21">
                  <a:pt x="24841" y="72292"/>
                </a:lnTo>
                <a:lnTo order="22">
                  <a:pt x="28663" y="78154"/>
                </a:lnTo>
                <a:lnTo order="23">
                  <a:pt x="34396" y="82062"/>
                </a:lnTo>
                <a:lnTo order="24">
                  <a:pt x="40128" y="84015"/>
                </a:lnTo>
                <a:lnTo order="25">
                  <a:pt x="47772" y="85969"/>
                </a:lnTo>
                <a:lnTo order="26">
                  <a:pt x="47772" y="85969"/>
                </a:lnTo>
                <a:lnTo order="27">
                  <a:pt x="59237" y="84015"/>
                </a:lnTo>
                <a:lnTo order="28">
                  <a:pt x="64970" y="80108"/>
                </a:lnTo>
                <a:lnTo order="29">
                  <a:pt x="68792" y="72292"/>
                </a:lnTo>
                <a:lnTo order="30">
                  <a:pt x="70703" y="66431"/>
                </a:lnTo>
                <a:lnTo order="31">
                  <a:pt x="70703" y="66431"/>
                </a:lnTo>
                <a:lnTo order="32">
                  <a:pt x="68792" y="60569"/>
                </a:lnTo>
                <a:lnTo order="33">
                  <a:pt x="66881" y="58615"/>
                </a:lnTo>
                <a:lnTo order="34">
                  <a:pt x="63059" y="56662"/>
                </a:lnTo>
                <a:lnTo order="35">
                  <a:pt x="57326" y="54708"/>
                </a:lnTo>
                <a:lnTo order="36">
                  <a:pt x="57326" y="52754"/>
                </a:lnTo>
                <a:lnTo order="37">
                  <a:pt x="97455" y="52754"/>
                </a:lnTo>
                <a:lnTo order="38">
                  <a:pt x="97455" y="54708"/>
                </a:lnTo>
                <a:lnTo order="39">
                  <a:pt x="97455" y="54708"/>
                </a:lnTo>
                <a:lnTo order="40">
                  <a:pt x="91722" y="56662"/>
                </a:lnTo>
                <a:lnTo order="41">
                  <a:pt x="87900" y="56662"/>
                </a:lnTo>
                <a:lnTo order="42">
                  <a:pt x="85990" y="60569"/>
                </a:lnTo>
                <a:lnTo order="43">
                  <a:pt x="85990" y="64477"/>
                </a:lnTo>
                <a:lnTo order="44">
                  <a:pt x="85990" y="78154"/>
                </a:lnTo>
                <a:lnTo order="45">
                  <a:pt x="85990" y="78154"/>
                </a:lnTo>
                <a:lnTo order="46">
                  <a:pt x="76435" y="80108"/>
                </a:lnTo>
                <a:lnTo order="47">
                  <a:pt x="66881" y="84015"/>
                </a:lnTo>
                <a:lnTo order="48">
                  <a:pt x="57326" y="87923"/>
                </a:lnTo>
                <a:lnTo order="49">
                  <a:pt x="45861" y="89877"/>
                </a:lnTo>
                <a:lnTo order="50">
                  <a:pt x="45861" y="89877"/>
                </a:lnTo>
                <a:lnTo order="51">
                  <a:pt x="34396" y="87923"/>
                </a:lnTo>
                <a:lnTo order="52">
                  <a:pt x="24841" y="85969"/>
                </a:lnTo>
                <a:lnTo order="53">
                  <a:pt x="19109" y="82062"/>
                </a:lnTo>
                <a:lnTo order="54">
                  <a:pt x="11465" y="78154"/>
                </a:lnTo>
                <a:lnTo order="55">
                  <a:pt x="7644" y="70338"/>
                </a:lnTo>
                <a:lnTo order="56">
                  <a:pt x="3822" y="64477"/>
                </a:lnTo>
                <a:lnTo order="57">
                  <a:pt x="1911" y="54708"/>
                </a:lnTo>
                <a:lnTo order="58">
                  <a:pt x="0" y="44938"/>
                </a:lnTo>
                <a:lnTo order="59">
                  <a:pt x="0" y="44938"/>
                </a:lnTo>
                <a:lnTo order="60">
                  <a:pt x="1911" y="35169"/>
                </a:lnTo>
                <a:lnTo order="61">
                  <a:pt x="3822" y="25400"/>
                </a:lnTo>
                <a:lnTo order="62">
                  <a:pt x="7644" y="19538"/>
                </a:lnTo>
                <a:lnTo order="63">
                  <a:pt x="13376" y="11723"/>
                </a:lnTo>
                <a:lnTo order="64">
                  <a:pt x="21020" y="7815"/>
                </a:lnTo>
                <a:lnTo order="65">
                  <a:pt x="28663" y="3908"/>
                </a:lnTo>
                <a:lnTo order="66">
                  <a:pt x="36307" y="0"/>
                </a:lnTo>
                <a:lnTo order="67">
                  <a:pt x="47772" y="0"/>
                </a:lnTo>
                <a:lnTo order="68">
                  <a:pt x="47772" y="0"/>
                </a:lnTo>
                <a:lnTo order="69">
                  <a:pt x="61148" y="1954"/>
                </a:lnTo>
                <a:lnTo order="70">
                  <a:pt x="74524" y="5862"/>
                </a:lnTo>
                <a:lnTo order="71">
                  <a:pt x="76435" y="1954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43" name="Shape 43"/>
          <p:cNvSpPr/>
          <p:nvPr/>
        </p:nvSpPr>
        <p:spPr>
          <a:xfrm>
            <a:off x="2666289" y="3580423"/>
            <a:ext cx="89958" cy="82387"/>
          </a:xfrm>
          <a:custGeom>
            <a:avLst/>
            <a:pathLst>
              <a:path w="89958" h="82387">
                <a:moveTo order="1">
                  <a:pt x="13119" y="20597"/>
                </a:moveTo>
                <a:lnTo order="2">
                  <a:pt x="13119" y="20597"/>
                </a:lnTo>
                <a:lnTo order="3">
                  <a:pt x="13119" y="11235"/>
                </a:lnTo>
                <a:lnTo order="4">
                  <a:pt x="11245" y="7490"/>
                </a:lnTo>
                <a:lnTo order="5">
                  <a:pt x="7497" y="3745"/>
                </a:lnTo>
                <a:lnTo order="6">
                  <a:pt x="0" y="3745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20615" y="0"/>
                </a:lnTo>
                <a:lnTo order="10">
                  <a:pt x="20615" y="0"/>
                </a:lnTo>
                <a:lnTo order="11">
                  <a:pt x="43105" y="0"/>
                </a:lnTo>
                <a:lnTo order="12">
                  <a:pt x="43105" y="0"/>
                </a:lnTo>
                <a:lnTo order="13">
                  <a:pt x="56224" y="1872"/>
                </a:lnTo>
                <a:lnTo order="14">
                  <a:pt x="65595" y="3745"/>
                </a:lnTo>
                <a:lnTo order="15">
                  <a:pt x="71217" y="7490"/>
                </a:lnTo>
                <a:lnTo order="16">
                  <a:pt x="73091" y="11235"/>
                </a:lnTo>
                <a:lnTo order="17">
                  <a:pt x="74965" y="14979"/>
                </a:lnTo>
                <a:lnTo order="18">
                  <a:pt x="76839" y="20597"/>
                </a:lnTo>
                <a:lnTo order="19">
                  <a:pt x="76839" y="20597"/>
                </a:lnTo>
                <a:lnTo order="20">
                  <a:pt x="74965" y="28087"/>
                </a:lnTo>
                <a:lnTo order="21">
                  <a:pt x="69343" y="35576"/>
                </a:lnTo>
                <a:lnTo order="22">
                  <a:pt x="61846" y="39321"/>
                </a:lnTo>
                <a:lnTo order="23">
                  <a:pt x="50602" y="41194"/>
                </a:lnTo>
                <a:lnTo order="24">
                  <a:pt x="73091" y="67408"/>
                </a:lnTo>
                <a:lnTo order="25">
                  <a:pt x="73091" y="67408"/>
                </a:lnTo>
                <a:lnTo order="26">
                  <a:pt x="80588" y="74897"/>
                </a:lnTo>
                <a:lnTo order="27">
                  <a:pt x="84336" y="76770"/>
                </a:lnTo>
                <a:lnTo order="28">
                  <a:pt x="89958" y="78642"/>
                </a:lnTo>
                <a:lnTo order="29">
                  <a:pt x="89958" y="82387"/>
                </a:lnTo>
                <a:lnTo order="30">
                  <a:pt x="89958" y="82387"/>
                </a:lnTo>
                <a:lnTo order="31">
                  <a:pt x="78714" y="80515"/>
                </a:lnTo>
                <a:lnTo order="32">
                  <a:pt x="78714" y="80515"/>
                </a:lnTo>
                <a:lnTo order="33">
                  <a:pt x="65595" y="82387"/>
                </a:lnTo>
                <a:lnTo order="34">
                  <a:pt x="39357" y="48683"/>
                </a:lnTo>
                <a:lnTo order="35">
                  <a:pt x="39357" y="48683"/>
                </a:lnTo>
                <a:lnTo order="36">
                  <a:pt x="35609" y="44938"/>
                </a:lnTo>
                <a:lnTo order="37">
                  <a:pt x="28112" y="44938"/>
                </a:lnTo>
                <a:lnTo order="38">
                  <a:pt x="28112" y="61790"/>
                </a:lnTo>
                <a:lnTo order="39">
                  <a:pt x="28112" y="61790"/>
                </a:lnTo>
                <a:lnTo order="40">
                  <a:pt x="28112" y="69280"/>
                </a:lnTo>
                <a:lnTo order="41">
                  <a:pt x="29986" y="74897"/>
                </a:lnTo>
                <a:lnTo order="42">
                  <a:pt x="33734" y="76770"/>
                </a:lnTo>
                <a:lnTo order="43">
                  <a:pt x="43105" y="78642"/>
                </a:lnTo>
                <a:lnTo order="44">
                  <a:pt x="43105" y="82387"/>
                </a:lnTo>
                <a:lnTo order="45">
                  <a:pt x="43105" y="82387"/>
                </a:lnTo>
                <a:lnTo order="46">
                  <a:pt x="20615" y="80515"/>
                </a:lnTo>
                <a:lnTo order="47">
                  <a:pt x="20615" y="80515"/>
                </a:lnTo>
                <a:lnTo order="48">
                  <a:pt x="0" y="82387"/>
                </a:lnTo>
                <a:lnTo order="49">
                  <a:pt x="0" y="78642"/>
                </a:lnTo>
                <a:lnTo order="50">
                  <a:pt x="0" y="78642"/>
                </a:lnTo>
                <a:lnTo order="51">
                  <a:pt x="7497" y="76770"/>
                </a:lnTo>
                <a:lnTo order="52">
                  <a:pt x="11245" y="74897"/>
                </a:lnTo>
                <a:lnTo order="53">
                  <a:pt x="13119" y="69280"/>
                </a:lnTo>
                <a:lnTo order="54">
                  <a:pt x="13119" y="61790"/>
                </a:lnTo>
                <a:lnTo order="55">
                  <a:pt x="13119" y="20597"/>
                </a:lnTo>
                <a:close order="56"/>
                <a:moveTo order="57">
                  <a:pt x="28112" y="41194"/>
                </a:moveTo>
                <a:lnTo order="58">
                  <a:pt x="35609" y="41194"/>
                </a:lnTo>
                <a:lnTo order="59">
                  <a:pt x="35609" y="41194"/>
                </a:lnTo>
                <a:lnTo order="60">
                  <a:pt x="44979" y="39321"/>
                </a:lnTo>
                <a:lnTo order="61">
                  <a:pt x="52476" y="35576"/>
                </a:lnTo>
                <a:lnTo order="62">
                  <a:pt x="56224" y="29959"/>
                </a:lnTo>
                <a:lnTo order="63">
                  <a:pt x="58098" y="22469"/>
                </a:lnTo>
                <a:lnTo order="64">
                  <a:pt x="58098" y="22469"/>
                </a:lnTo>
                <a:lnTo order="65">
                  <a:pt x="56224" y="14979"/>
                </a:lnTo>
                <a:lnTo order="66">
                  <a:pt x="52476" y="7490"/>
                </a:lnTo>
                <a:lnTo order="67">
                  <a:pt x="46853" y="5617"/>
                </a:lnTo>
                <a:lnTo order="68">
                  <a:pt x="37483" y="3745"/>
                </a:lnTo>
                <a:lnTo order="69">
                  <a:pt x="37483" y="3745"/>
                </a:lnTo>
                <a:lnTo order="70">
                  <a:pt x="31860" y="3745"/>
                </a:lnTo>
                <a:lnTo order="71">
                  <a:pt x="29986" y="5617"/>
                </a:lnTo>
                <a:lnTo order="72">
                  <a:pt x="28112" y="7490"/>
                </a:lnTo>
                <a:lnTo order="73">
                  <a:pt x="28112" y="41194"/>
                </a:lnTo>
                <a:close order="74"/>
              </a:path>
            </a:pathLst>
          </a:custGeom>
          <a:solidFill>
            <a:srgbClr val="2A3E6B"/>
          </a:solidFill>
        </p:spPr>
      </p:sp>
      <p:sp>
        <p:nvSpPr>
          <p:cNvPr id="44" name="Shape 44"/>
          <p:cNvSpPr/>
          <p:nvPr/>
        </p:nvSpPr>
        <p:spPr>
          <a:xfrm>
            <a:off x="2763749" y="3580423"/>
            <a:ext cx="89958" cy="89877"/>
          </a:xfrm>
          <a:custGeom>
            <a:avLst/>
            <a:pathLst>
              <a:path w="89958" h="89877">
                <a:moveTo order="1">
                  <a:pt x="44061" y="89877"/>
                </a:moveTo>
                <a:lnTo order="2">
                  <a:pt x="44061" y="89877"/>
                </a:lnTo>
                <a:lnTo order="3">
                  <a:pt x="34882" y="87923"/>
                </a:lnTo>
                <a:lnTo order="4">
                  <a:pt x="25702" y="85969"/>
                </a:lnTo>
                <a:lnTo order="5">
                  <a:pt x="18359" y="82062"/>
                </a:lnTo>
                <a:lnTo order="6">
                  <a:pt x="12851" y="76200"/>
                </a:lnTo>
                <a:lnTo order="7">
                  <a:pt x="7344" y="70338"/>
                </a:lnTo>
                <a:lnTo order="8">
                  <a:pt x="3672" y="62523"/>
                </a:lnTo>
                <a:lnTo order="9">
                  <a:pt x="1836" y="54708"/>
                </a:lnTo>
                <a:lnTo order="10">
                  <a:pt x="0" y="44938"/>
                </a:lnTo>
                <a:lnTo order="11">
                  <a:pt x="0" y="44938"/>
                </a:lnTo>
                <a:lnTo order="12">
                  <a:pt x="1836" y="35169"/>
                </a:lnTo>
                <a:lnTo order="13">
                  <a:pt x="3672" y="27354"/>
                </a:lnTo>
                <a:lnTo order="14">
                  <a:pt x="7344" y="19538"/>
                </a:lnTo>
                <a:lnTo order="15">
                  <a:pt x="12851" y="11723"/>
                </a:lnTo>
                <a:lnTo order="16">
                  <a:pt x="18359" y="7815"/>
                </a:lnTo>
                <a:lnTo order="17">
                  <a:pt x="25702" y="3908"/>
                </a:lnTo>
                <a:lnTo order="18">
                  <a:pt x="34882" y="0"/>
                </a:lnTo>
                <a:lnTo order="19">
                  <a:pt x="44061" y="0"/>
                </a:lnTo>
                <a:lnTo order="20">
                  <a:pt x="44061" y="0"/>
                </a:lnTo>
                <a:lnTo order="21">
                  <a:pt x="55077" y="0"/>
                </a:lnTo>
                <a:lnTo order="22">
                  <a:pt x="64256" y="3908"/>
                </a:lnTo>
                <a:lnTo order="23">
                  <a:pt x="71599" y="7815"/>
                </a:lnTo>
                <a:lnTo order="24">
                  <a:pt x="77107" y="11723"/>
                </a:lnTo>
                <a:lnTo order="25">
                  <a:pt x="82615" y="19538"/>
                </a:lnTo>
                <a:lnTo order="26">
                  <a:pt x="86287" y="27354"/>
                </a:lnTo>
                <a:lnTo order="27">
                  <a:pt x="88122" y="35169"/>
                </a:lnTo>
                <a:lnTo order="28">
                  <a:pt x="89958" y="44938"/>
                </a:lnTo>
                <a:lnTo order="29">
                  <a:pt x="89958" y="44938"/>
                </a:lnTo>
                <a:lnTo order="30">
                  <a:pt x="88122" y="54708"/>
                </a:lnTo>
                <a:lnTo order="31">
                  <a:pt x="86287" y="62523"/>
                </a:lnTo>
                <a:lnTo order="32">
                  <a:pt x="82615" y="70338"/>
                </a:lnTo>
                <a:lnTo order="33">
                  <a:pt x="77107" y="76200"/>
                </a:lnTo>
                <a:lnTo order="34">
                  <a:pt x="71599" y="82062"/>
                </a:lnTo>
                <a:lnTo order="35">
                  <a:pt x="64256" y="85969"/>
                </a:lnTo>
                <a:lnTo order="36">
                  <a:pt x="55077" y="87923"/>
                </a:lnTo>
                <a:lnTo order="37">
                  <a:pt x="44061" y="89877"/>
                </a:lnTo>
                <a:lnTo order="38">
                  <a:pt x="44061" y="89877"/>
                </a:lnTo>
                <a:close order="39"/>
                <a:moveTo order="40">
                  <a:pt x="44061" y="3908"/>
                </a:moveTo>
                <a:lnTo order="41">
                  <a:pt x="44061" y="3908"/>
                </a:lnTo>
                <a:lnTo order="42">
                  <a:pt x="38554" y="3908"/>
                </a:lnTo>
                <a:lnTo order="43">
                  <a:pt x="31210" y="7815"/>
                </a:lnTo>
                <a:lnTo order="44">
                  <a:pt x="27538" y="11723"/>
                </a:lnTo>
                <a:lnTo order="45">
                  <a:pt x="23866" y="15631"/>
                </a:lnTo>
                <a:lnTo order="46">
                  <a:pt x="18359" y="29308"/>
                </a:lnTo>
                <a:lnTo order="47">
                  <a:pt x="18359" y="44938"/>
                </a:lnTo>
                <a:lnTo order="48">
                  <a:pt x="18359" y="44938"/>
                </a:lnTo>
                <a:lnTo order="49">
                  <a:pt x="18359" y="60569"/>
                </a:lnTo>
                <a:lnTo order="50">
                  <a:pt x="23866" y="72292"/>
                </a:lnTo>
                <a:lnTo order="51">
                  <a:pt x="27538" y="78154"/>
                </a:lnTo>
                <a:lnTo order="52">
                  <a:pt x="31210" y="82062"/>
                </a:lnTo>
                <a:lnTo order="53">
                  <a:pt x="38554" y="84015"/>
                </a:lnTo>
                <a:lnTo order="54">
                  <a:pt x="44061" y="85969"/>
                </a:lnTo>
                <a:lnTo order="55">
                  <a:pt x="44061" y="85969"/>
                </a:lnTo>
                <a:lnTo order="56">
                  <a:pt x="51405" y="84015"/>
                </a:lnTo>
                <a:lnTo order="57">
                  <a:pt x="56912" y="82062"/>
                </a:lnTo>
                <a:lnTo order="58">
                  <a:pt x="62420" y="78154"/>
                </a:lnTo>
                <a:lnTo order="59">
                  <a:pt x="66092" y="72292"/>
                </a:lnTo>
                <a:lnTo order="60">
                  <a:pt x="67928" y="66431"/>
                </a:lnTo>
                <a:lnTo order="61">
                  <a:pt x="69764" y="60569"/>
                </a:lnTo>
                <a:lnTo order="62">
                  <a:pt x="71599" y="44938"/>
                </a:lnTo>
                <a:lnTo order="63">
                  <a:pt x="71599" y="44938"/>
                </a:lnTo>
                <a:lnTo order="64">
                  <a:pt x="69764" y="29308"/>
                </a:lnTo>
                <a:lnTo order="65">
                  <a:pt x="67928" y="23446"/>
                </a:lnTo>
                <a:lnTo order="66">
                  <a:pt x="66092" y="15631"/>
                </a:lnTo>
                <a:lnTo order="67">
                  <a:pt x="62420" y="11723"/>
                </a:lnTo>
                <a:lnTo order="68">
                  <a:pt x="56912" y="7815"/>
                </a:lnTo>
                <a:lnTo order="69">
                  <a:pt x="51405" y="3908"/>
                </a:lnTo>
                <a:lnTo order="70">
                  <a:pt x="44061" y="3908"/>
                </a:lnTo>
                <a:lnTo order="71">
                  <a:pt x="44061" y="3908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45" name="Shape 45"/>
          <p:cNvSpPr/>
          <p:nvPr/>
        </p:nvSpPr>
        <p:spPr>
          <a:xfrm>
            <a:off x="2861208" y="3580423"/>
            <a:ext cx="97455" cy="82387"/>
          </a:xfrm>
          <a:custGeom>
            <a:avLst/>
            <a:pathLst>
              <a:path w="97455" h="82387">
                <a:moveTo order="1">
                  <a:pt x="14993" y="20139"/>
                </a:moveTo>
                <a:lnTo order="2">
                  <a:pt x="14993" y="20139"/>
                </a:lnTo>
                <a:lnTo order="3">
                  <a:pt x="13119" y="10985"/>
                </a:lnTo>
                <a:lnTo order="4">
                  <a:pt x="13119" y="7323"/>
                </a:lnTo>
                <a:lnTo order="5">
                  <a:pt x="7497" y="3662"/>
                </a:lnTo>
                <a:lnTo order="6">
                  <a:pt x="0" y="3662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22490" y="0"/>
                </a:lnTo>
                <a:lnTo order="10">
                  <a:pt x="22490" y="0"/>
                </a:lnTo>
                <a:lnTo order="11">
                  <a:pt x="43105" y="0"/>
                </a:lnTo>
                <a:lnTo order="12">
                  <a:pt x="43105" y="3662"/>
                </a:lnTo>
                <a:lnTo order="13">
                  <a:pt x="43105" y="3662"/>
                </a:lnTo>
                <a:lnTo order="14">
                  <a:pt x="35609" y="3662"/>
                </a:lnTo>
                <a:lnTo order="15">
                  <a:pt x="31860" y="7323"/>
                </a:lnTo>
                <a:lnTo order="16">
                  <a:pt x="29986" y="10985"/>
                </a:lnTo>
                <a:lnTo order="17">
                  <a:pt x="29986" y="20139"/>
                </a:lnTo>
                <a:lnTo order="18">
                  <a:pt x="29986" y="54925"/>
                </a:lnTo>
                <a:lnTo order="19">
                  <a:pt x="29986" y="54925"/>
                </a:lnTo>
                <a:lnTo order="20">
                  <a:pt x="31860" y="64079"/>
                </a:lnTo>
                <a:lnTo order="21">
                  <a:pt x="35609" y="69571"/>
                </a:lnTo>
                <a:lnTo order="22">
                  <a:pt x="41231" y="75064"/>
                </a:lnTo>
                <a:lnTo order="23">
                  <a:pt x="52476" y="76895"/>
                </a:lnTo>
                <a:lnTo order="24">
                  <a:pt x="52476" y="76895"/>
                </a:lnTo>
                <a:lnTo order="25">
                  <a:pt x="63720" y="75064"/>
                </a:lnTo>
                <a:lnTo order="26">
                  <a:pt x="67469" y="73233"/>
                </a:lnTo>
                <a:lnTo order="27">
                  <a:pt x="71217" y="69571"/>
                </a:lnTo>
                <a:lnTo order="28">
                  <a:pt x="76839" y="62248"/>
                </a:lnTo>
                <a:lnTo order="29">
                  <a:pt x="78714" y="51263"/>
                </a:lnTo>
                <a:lnTo order="30">
                  <a:pt x="78714" y="18308"/>
                </a:lnTo>
                <a:lnTo order="31">
                  <a:pt x="78714" y="18308"/>
                </a:lnTo>
                <a:lnTo order="32">
                  <a:pt x="76839" y="10985"/>
                </a:lnTo>
                <a:lnTo order="33">
                  <a:pt x="74965" y="5492"/>
                </a:lnTo>
                <a:lnTo order="34">
                  <a:pt x="71217" y="3662"/>
                </a:lnTo>
                <a:lnTo order="35">
                  <a:pt x="63720" y="3662"/>
                </a:lnTo>
                <a:lnTo order="36">
                  <a:pt x="63720" y="0"/>
                </a:lnTo>
                <a:lnTo order="37">
                  <a:pt x="63720" y="0"/>
                </a:lnTo>
                <a:lnTo order="38">
                  <a:pt x="80588" y="0"/>
                </a:lnTo>
                <a:lnTo order="39">
                  <a:pt x="80588" y="0"/>
                </a:lnTo>
                <a:lnTo order="40">
                  <a:pt x="97455" y="0"/>
                </a:lnTo>
                <a:lnTo order="41">
                  <a:pt x="97455" y="3662"/>
                </a:lnTo>
                <a:lnTo order="42">
                  <a:pt x="97455" y="3662"/>
                </a:lnTo>
                <a:lnTo order="43">
                  <a:pt x="89958" y="3662"/>
                </a:lnTo>
                <a:lnTo order="44">
                  <a:pt x="86210" y="5492"/>
                </a:lnTo>
                <a:lnTo order="45">
                  <a:pt x="84336" y="10985"/>
                </a:lnTo>
                <a:lnTo order="46">
                  <a:pt x="82462" y="18308"/>
                </a:lnTo>
                <a:lnTo order="47">
                  <a:pt x="82462" y="49432"/>
                </a:lnTo>
                <a:lnTo order="48">
                  <a:pt x="82462" y="49432"/>
                </a:lnTo>
                <a:lnTo order="49">
                  <a:pt x="80588" y="64079"/>
                </a:lnTo>
                <a:lnTo order="50">
                  <a:pt x="78714" y="69571"/>
                </a:lnTo>
                <a:lnTo order="51">
                  <a:pt x="74965" y="73233"/>
                </a:lnTo>
                <a:lnTo order="52">
                  <a:pt x="71217" y="76895"/>
                </a:lnTo>
                <a:lnTo order="53">
                  <a:pt x="63720" y="78726"/>
                </a:lnTo>
                <a:lnTo order="54">
                  <a:pt x="58098" y="80556"/>
                </a:lnTo>
                <a:lnTo order="55">
                  <a:pt x="48727" y="82387"/>
                </a:lnTo>
                <a:lnTo order="56">
                  <a:pt x="48727" y="82387"/>
                </a:lnTo>
                <a:lnTo order="57">
                  <a:pt x="33734" y="80556"/>
                </a:lnTo>
                <a:lnTo order="58">
                  <a:pt x="28112" y="76895"/>
                </a:lnTo>
                <a:lnTo order="59">
                  <a:pt x="22490" y="75064"/>
                </a:lnTo>
                <a:lnTo order="60">
                  <a:pt x="18741" y="71402"/>
                </a:lnTo>
                <a:lnTo order="61">
                  <a:pt x="16867" y="65910"/>
                </a:lnTo>
                <a:lnTo order="62">
                  <a:pt x="14993" y="60417"/>
                </a:lnTo>
                <a:lnTo order="63">
                  <a:pt x="14993" y="54925"/>
                </a:lnTo>
                <a:lnTo order="64">
                  <a:pt x="14993" y="20139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46" name="Shape 46"/>
          <p:cNvSpPr/>
          <p:nvPr/>
        </p:nvSpPr>
        <p:spPr>
          <a:xfrm>
            <a:off x="2966161" y="3580423"/>
            <a:ext cx="74965" cy="82387"/>
          </a:xfrm>
          <a:custGeom>
            <a:avLst/>
            <a:pathLst>
              <a:path w="74965" h="82387">
                <a:moveTo order="1">
                  <a:pt x="27426" y="61790"/>
                </a:moveTo>
                <a:lnTo order="2">
                  <a:pt x="27426" y="61790"/>
                </a:lnTo>
                <a:lnTo order="3">
                  <a:pt x="29255" y="69280"/>
                </a:lnTo>
                <a:lnTo order="4">
                  <a:pt x="29255" y="74897"/>
                </a:lnTo>
                <a:lnTo order="5">
                  <a:pt x="34740" y="76770"/>
                </a:lnTo>
                <a:lnTo order="6">
                  <a:pt x="42054" y="78642"/>
                </a:lnTo>
                <a:lnTo order="7">
                  <a:pt x="42054" y="82387"/>
                </a:lnTo>
                <a:lnTo order="8">
                  <a:pt x="42054" y="82387"/>
                </a:lnTo>
                <a:lnTo order="9">
                  <a:pt x="20113" y="80515"/>
                </a:lnTo>
                <a:lnTo order="10">
                  <a:pt x="20113" y="80515"/>
                </a:lnTo>
                <a:lnTo order="11">
                  <a:pt x="0" y="82387"/>
                </a:lnTo>
                <a:lnTo order="12">
                  <a:pt x="0" y="78642"/>
                </a:lnTo>
                <a:lnTo order="13">
                  <a:pt x="0" y="78642"/>
                </a:lnTo>
                <a:lnTo order="14">
                  <a:pt x="7314" y="76770"/>
                </a:lnTo>
                <a:lnTo order="15">
                  <a:pt x="10971" y="74897"/>
                </a:lnTo>
                <a:lnTo order="16">
                  <a:pt x="12799" y="69280"/>
                </a:lnTo>
                <a:lnTo order="17">
                  <a:pt x="12799" y="61790"/>
                </a:lnTo>
                <a:lnTo order="18">
                  <a:pt x="12799" y="20597"/>
                </a:lnTo>
                <a:lnTo order="19">
                  <a:pt x="12799" y="20597"/>
                </a:lnTo>
                <a:lnTo order="20">
                  <a:pt x="12799" y="11235"/>
                </a:lnTo>
                <a:lnTo order="21">
                  <a:pt x="10971" y="7490"/>
                </a:lnTo>
                <a:lnTo order="22">
                  <a:pt x="7314" y="3745"/>
                </a:lnTo>
                <a:lnTo order="23">
                  <a:pt x="0" y="3745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20113" y="0"/>
                </a:lnTo>
                <a:lnTo order="27">
                  <a:pt x="20113" y="0"/>
                </a:lnTo>
                <a:lnTo order="28">
                  <a:pt x="42054" y="0"/>
                </a:lnTo>
                <a:lnTo order="29">
                  <a:pt x="42054" y="0"/>
                </a:lnTo>
                <a:lnTo order="30">
                  <a:pt x="54853" y="1872"/>
                </a:lnTo>
                <a:lnTo order="31">
                  <a:pt x="65823" y="5617"/>
                </a:lnTo>
                <a:lnTo order="32">
                  <a:pt x="69480" y="7490"/>
                </a:lnTo>
                <a:lnTo order="33">
                  <a:pt x="71308" y="11235"/>
                </a:lnTo>
                <a:lnTo order="34">
                  <a:pt x="74965" y="16852"/>
                </a:lnTo>
                <a:lnTo order="35">
                  <a:pt x="74965" y="22469"/>
                </a:lnTo>
                <a:lnTo order="36">
                  <a:pt x="74965" y="22469"/>
                </a:lnTo>
                <a:lnTo order="37">
                  <a:pt x="73137" y="28087"/>
                </a:lnTo>
                <a:lnTo order="38">
                  <a:pt x="71308" y="31831"/>
                </a:lnTo>
                <a:lnTo order="39">
                  <a:pt x="67652" y="37449"/>
                </a:lnTo>
                <a:lnTo order="40">
                  <a:pt x="63995" y="39321"/>
                </a:lnTo>
                <a:lnTo order="41">
                  <a:pt x="51196" y="43066"/>
                </a:lnTo>
                <a:lnTo order="42">
                  <a:pt x="38397" y="44938"/>
                </a:lnTo>
                <a:lnTo order="43">
                  <a:pt x="38397" y="44938"/>
                </a:lnTo>
                <a:lnTo order="44">
                  <a:pt x="27426" y="43066"/>
                </a:lnTo>
                <a:lnTo order="45">
                  <a:pt x="27426" y="61790"/>
                </a:lnTo>
                <a:close order="46"/>
                <a:moveTo order="47">
                  <a:pt x="27426" y="41194"/>
                </a:moveTo>
                <a:lnTo order="48">
                  <a:pt x="27426" y="41194"/>
                </a:lnTo>
                <a:lnTo order="49">
                  <a:pt x="36568" y="41194"/>
                </a:lnTo>
                <a:lnTo order="50">
                  <a:pt x="36568" y="41194"/>
                </a:lnTo>
                <a:lnTo order="51">
                  <a:pt x="45711" y="39321"/>
                </a:lnTo>
                <a:lnTo order="52">
                  <a:pt x="53024" y="35576"/>
                </a:lnTo>
                <a:lnTo order="53">
                  <a:pt x="56681" y="29959"/>
                </a:lnTo>
                <a:lnTo order="54">
                  <a:pt x="56681" y="22469"/>
                </a:lnTo>
                <a:lnTo order="55">
                  <a:pt x="56681" y="22469"/>
                </a:lnTo>
                <a:lnTo order="56">
                  <a:pt x="56681" y="13107"/>
                </a:lnTo>
                <a:lnTo order="57">
                  <a:pt x="51196" y="7490"/>
                </a:lnTo>
                <a:lnTo order="58">
                  <a:pt x="45711" y="3745"/>
                </a:lnTo>
                <a:lnTo order="59">
                  <a:pt x="36568" y="3745"/>
                </a:lnTo>
                <a:lnTo order="60">
                  <a:pt x="36568" y="3745"/>
                </a:lnTo>
                <a:lnTo order="61">
                  <a:pt x="31083" y="3745"/>
                </a:lnTo>
                <a:lnTo order="62">
                  <a:pt x="29255" y="5617"/>
                </a:lnTo>
                <a:lnTo order="63">
                  <a:pt x="27426" y="7490"/>
                </a:lnTo>
                <a:lnTo order="64">
                  <a:pt x="27426" y="41194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47" name="Shape 47"/>
          <p:cNvSpPr/>
          <p:nvPr/>
        </p:nvSpPr>
        <p:spPr>
          <a:xfrm>
            <a:off x="927100" y="3093590"/>
            <a:ext cx="577233" cy="329548"/>
          </a:xfrm>
          <a:custGeom>
            <a:avLst/>
            <a:pathLst>
              <a:path w="577233" h="329548">
                <a:moveTo order="1">
                  <a:pt x="141479" y="297897"/>
                </a:moveTo>
                <a:lnTo order="2">
                  <a:pt x="141479" y="297897"/>
                </a:lnTo>
                <a:lnTo order="3">
                  <a:pt x="167888" y="288588"/>
                </a:lnTo>
                <a:lnTo order="4">
                  <a:pt x="196184" y="279279"/>
                </a:lnTo>
                <a:lnTo order="5">
                  <a:pt x="222593" y="269969"/>
                </a:lnTo>
                <a:lnTo order="6">
                  <a:pt x="249002" y="260660"/>
                </a:lnTo>
                <a:lnTo order="7">
                  <a:pt x="249002" y="260660"/>
                </a:lnTo>
                <a:lnTo order="8">
                  <a:pt x="303707" y="236456"/>
                </a:lnTo>
                <a:lnTo order="9">
                  <a:pt x="354640" y="212252"/>
                </a:lnTo>
                <a:lnTo order="10">
                  <a:pt x="354640" y="212252"/>
                </a:lnTo>
                <a:lnTo order="11">
                  <a:pt x="405572" y="184324"/>
                </a:lnTo>
                <a:lnTo order="12">
                  <a:pt x="452731" y="154534"/>
                </a:lnTo>
                <a:lnTo order="13">
                  <a:pt x="452731" y="154534"/>
                </a:lnTo>
                <a:lnTo order="14">
                  <a:pt x="475368" y="139639"/>
                </a:lnTo>
                <a:lnTo order="15">
                  <a:pt x="498005" y="122883"/>
                </a:lnTo>
                <a:lnTo order="16">
                  <a:pt x="498005" y="122883"/>
                </a:lnTo>
                <a:lnTo order="17">
                  <a:pt x="539505" y="91231"/>
                </a:lnTo>
                <a:lnTo order="18">
                  <a:pt x="539505" y="91231"/>
                </a:lnTo>
                <a:lnTo order="19">
                  <a:pt x="577233" y="61441"/>
                </a:lnTo>
                <a:lnTo order="20">
                  <a:pt x="577233" y="0"/>
                </a:lnTo>
                <a:lnTo order="21">
                  <a:pt x="0" y="0"/>
                </a:lnTo>
                <a:lnTo order="22">
                  <a:pt x="0" y="329549"/>
                </a:lnTo>
                <a:lnTo order="23">
                  <a:pt x="0" y="329549"/>
                </a:lnTo>
                <a:lnTo order="24">
                  <a:pt x="33955" y="323963"/>
                </a:lnTo>
                <a:lnTo order="25">
                  <a:pt x="33955" y="323963"/>
                </a:lnTo>
                <a:lnTo order="26">
                  <a:pt x="86774" y="312792"/>
                </a:lnTo>
                <a:lnTo order="27">
                  <a:pt x="141479" y="297897"/>
                </a:lnTo>
                <a:lnTo order="28">
                  <a:pt x="141479" y="297897"/>
                </a:lnTo>
                <a:close order="29"/>
              </a:path>
            </a:pathLst>
          </a:custGeom>
          <a:solidFill>
            <a:srgbClr val="2A3E6B"/>
          </a:solidFill>
        </p:spPr>
      </p:sp>
      <p:sp>
        <p:nvSpPr>
          <p:cNvPr id="48" name="Shape 48"/>
          <p:cNvSpPr/>
          <p:nvPr/>
        </p:nvSpPr>
        <p:spPr>
          <a:xfrm>
            <a:off x="927100" y="3542975"/>
            <a:ext cx="112448" cy="127325"/>
          </a:xfrm>
          <a:custGeom>
            <a:avLst/>
            <a:pathLst>
              <a:path w="112448" h="127325">
                <a:moveTo order="1">
                  <a:pt x="74330" y="15433"/>
                </a:moveTo>
                <a:lnTo order="2">
                  <a:pt x="74330" y="15433"/>
                </a:lnTo>
                <a:lnTo order="3">
                  <a:pt x="45742" y="27008"/>
                </a:lnTo>
                <a:lnTo order="4">
                  <a:pt x="19059" y="36654"/>
                </a:lnTo>
                <a:lnTo order="5">
                  <a:pt x="19059" y="36654"/>
                </a:lnTo>
                <a:lnTo order="6">
                  <a:pt x="0" y="42442"/>
                </a:lnTo>
                <a:lnTo order="7">
                  <a:pt x="0" y="127326"/>
                </a:lnTo>
                <a:lnTo order="8">
                  <a:pt x="112448" y="127326"/>
                </a:lnTo>
                <a:lnTo order="9">
                  <a:pt x="112448" y="0"/>
                </a:lnTo>
                <a:lnTo order="10">
                  <a:pt x="112448" y="0"/>
                </a:lnTo>
                <a:lnTo order="11">
                  <a:pt x="74330" y="15433"/>
                </a:lnTo>
                <a:lnTo order="12">
                  <a:pt x="74330" y="15433"/>
                </a:lnTo>
                <a:close order="13"/>
              </a:path>
            </a:pathLst>
          </a:custGeom>
          <a:solidFill>
            <a:srgbClr val="2A3E6B"/>
          </a:solidFill>
        </p:spPr>
      </p:sp>
      <p:sp>
        <p:nvSpPr>
          <p:cNvPr id="49" name="Shape 49"/>
          <p:cNvSpPr/>
          <p:nvPr/>
        </p:nvSpPr>
        <p:spPr>
          <a:xfrm>
            <a:off x="1384388" y="3213425"/>
            <a:ext cx="112448" cy="449384"/>
          </a:xfrm>
          <a:custGeom>
            <a:avLst/>
            <a:pathLst>
              <a:path w="112448" h="449384">
                <a:moveTo order="1">
                  <a:pt x="71217" y="44938"/>
                </a:moveTo>
                <a:lnTo order="2">
                  <a:pt x="71217" y="44938"/>
                </a:lnTo>
                <a:lnTo order="3">
                  <a:pt x="52476" y="63663"/>
                </a:lnTo>
                <a:lnTo order="4">
                  <a:pt x="29986" y="84260"/>
                </a:lnTo>
                <a:lnTo order="5">
                  <a:pt x="29986" y="84260"/>
                </a:lnTo>
                <a:lnTo order="6">
                  <a:pt x="0" y="110474"/>
                </a:lnTo>
                <a:lnTo order="7">
                  <a:pt x="0" y="449385"/>
                </a:lnTo>
                <a:lnTo order="8">
                  <a:pt x="112448" y="449385"/>
                </a:lnTo>
                <a:lnTo order="9">
                  <a:pt x="112448" y="0"/>
                </a:lnTo>
                <a:lnTo order="10">
                  <a:pt x="112448" y="0"/>
                </a:lnTo>
                <a:lnTo order="11">
                  <a:pt x="108700" y="3745"/>
                </a:lnTo>
                <a:lnTo order="12">
                  <a:pt x="108700" y="3745"/>
                </a:lnTo>
                <a:lnTo order="13">
                  <a:pt x="71217" y="44938"/>
                </a:lnTo>
                <a:lnTo order="14">
                  <a:pt x="71217" y="44938"/>
                </a:lnTo>
                <a:close order="15"/>
              </a:path>
            </a:pathLst>
          </a:custGeom>
          <a:solidFill>
            <a:srgbClr val="2A3E6B"/>
          </a:solidFill>
        </p:spPr>
      </p:sp>
      <p:sp>
        <p:nvSpPr>
          <p:cNvPr id="50" name="Shape 50"/>
          <p:cNvSpPr/>
          <p:nvPr/>
        </p:nvSpPr>
        <p:spPr>
          <a:xfrm>
            <a:off x="1234458" y="3363220"/>
            <a:ext cx="112448" cy="307080"/>
          </a:xfrm>
          <a:custGeom>
            <a:avLst/>
            <a:pathLst>
              <a:path w="112448" h="307080">
                <a:moveTo order="1">
                  <a:pt x="91832" y="15164"/>
                </a:moveTo>
                <a:lnTo order="2">
                  <a:pt x="91832" y="15164"/>
                </a:lnTo>
                <a:lnTo order="3">
                  <a:pt x="46853" y="49284"/>
                </a:lnTo>
                <a:lnTo order="4">
                  <a:pt x="0" y="79613"/>
                </a:lnTo>
                <a:lnTo order="5">
                  <a:pt x="0" y="307079"/>
                </a:lnTo>
                <a:lnTo order="6">
                  <a:pt x="112448" y="307079"/>
                </a:lnTo>
                <a:lnTo order="7">
                  <a:pt x="112448" y="0"/>
                </a:lnTo>
                <a:lnTo order="8">
                  <a:pt x="112448" y="0"/>
                </a:lnTo>
                <a:lnTo order="9">
                  <a:pt x="91832" y="15164"/>
                </a:lnTo>
                <a:lnTo order="10">
                  <a:pt x="91832" y="15164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51" name="Shape 51"/>
          <p:cNvSpPr/>
          <p:nvPr/>
        </p:nvSpPr>
        <p:spPr>
          <a:xfrm>
            <a:off x="1077031" y="3468077"/>
            <a:ext cx="112448" cy="202223"/>
          </a:xfrm>
          <a:custGeom>
            <a:avLst/>
            <a:pathLst>
              <a:path w="112448" h="202223">
                <a:moveTo order="1">
                  <a:pt x="88084" y="13418"/>
                </a:moveTo>
                <a:lnTo order="2">
                  <a:pt x="88084" y="13418"/>
                </a:lnTo>
                <a:lnTo order="3">
                  <a:pt x="59972" y="28752"/>
                </a:lnTo>
                <a:lnTo order="4">
                  <a:pt x="31860" y="42170"/>
                </a:lnTo>
                <a:lnTo order="5">
                  <a:pt x="31860" y="42170"/>
                </a:lnTo>
                <a:lnTo order="6">
                  <a:pt x="0" y="59421"/>
                </a:lnTo>
                <a:lnTo order="7">
                  <a:pt x="0" y="203181"/>
                </a:lnTo>
                <a:lnTo order="8">
                  <a:pt x="112448" y="203181"/>
                </a:lnTo>
                <a:lnTo order="9">
                  <a:pt x="112448" y="0"/>
                </a:lnTo>
                <a:lnTo order="10">
                  <a:pt x="88084" y="13418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52" name="Shape 52"/>
          <p:cNvSpPr txBox="1"/>
          <p:nvPr/>
        </p:nvSpPr>
        <p:spPr>
          <a:xfrm>
            <a:off x="571500" y="5981700"/>
            <a:ext cx="5029200" cy="11684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Greenlight Memorandum</a:t>
            </a:r>
          </a:p>
          <a:p>
            <a:pPr algn="l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 Ron Burgundy – Coastal Television Broadcasting Group LLC</a:t>
            </a:r>
          </a:p>
          <a:p>
            <a:pPr algn="l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Deal Team: Jefferson/Lubeck/Blank</a:t>
            </a:r>
            <a:br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Source: Kalil &amp; Co.</a:t>
            </a:r>
          </a:p>
          <a:p>
            <a:pPr algn="l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April 2025</a:t>
            </a:r>
          </a:p>
        </p:txBody>
      </p:sp>
      <p:sp>
        <p:nvSpPr>
          <p:cNvPr id="53" name="Shape 53"/>
          <p:cNvSpPr txBox="1"/>
          <p:nvPr/>
        </p:nvSpPr>
        <p:spPr>
          <a:xfrm>
            <a:off x="927100" y="3784600"/>
            <a:ext cx="1841500" cy="190500"/>
          </a:xfrm>
          <a:prstGeom prst="rect">
            <a:avLst/>
          </a:prstGeom>
          <a:solidFill>
            <a:srgbClr val="FF0000"/>
          </a:solidFill>
        </p:spPr>
        <p:txBody>
          <a:bodyPr wrap="square" rtlCol="0"/>
          <a:lstStyle/>
          <a:p>
            <a:pPr algn="ctr"/>
            <a:r>
              <a:rPr lang="en-US" sz="8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Greenlight Memorandum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