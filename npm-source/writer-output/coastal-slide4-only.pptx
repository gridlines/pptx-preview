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gif" ContentType="image/gif"/>
  <Default Extension="bmp" ContentType="image/bmp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0058400" cy="7772400" type="custom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7315200"/>
            <a:ext cx="10058400" cy="457200"/>
          </a:xfrm>
          <a:prstGeom prst="rect">
            <a:avLst/>
          </a:prstGeom>
          <a:solidFill>
            <a:srgbClr val="23537F"/>
          </a:solidFill>
        </p:spPr>
      </p:sp>
      <p:sp>
        <p:nvSpPr>
          <p:cNvPr id="3" name="Shape 3"/>
          <p:cNvSpPr/>
          <p:nvPr/>
        </p:nvSpPr>
        <p:spPr>
          <a:xfrm>
            <a:off x="6248400" y="7315200"/>
            <a:ext cx="3822700" cy="457200"/>
          </a:xfrm>
          <a:custGeom>
            <a:avLst/>
            <a:pathLst>
              <a:path w="3822700" h="457200">
                <a:moveTo order="1">
                  <a:pt x="0" y="457200"/>
                </a:moveTo>
                <a:lnTo order="2">
                  <a:pt x="3823817" y="457200"/>
                </a:lnTo>
                <a:lnTo order="3">
                  <a:pt x="3823817" y="0"/>
                </a:lnTo>
                <a:lnTo order="4">
                  <a:pt x="2090696" y="0"/>
                </a:lnTo>
                <a:cubicBezTo order="5">
                  <a:pt x="1474997" y="184342"/>
                  <a:pt x="772138" y="337825"/>
                  <a:pt x="0" y="457200"/>
                </a:cubicBezTo>
                <a:close order="6"/>
              </a:path>
            </a:pathLst>
          </a:custGeom>
          <a:solidFill>
            <a:srgbClr val="15365C"/>
          </a:solidFill>
        </p:spPr>
      </p:sp>
      <p:sp>
        <p:nvSpPr>
          <p:cNvPr id="4" name="Shape 4"/>
          <p:cNvSpPr txBox="1"/>
          <p:nvPr/>
        </p:nvSpPr>
        <p:spPr>
          <a:xfrm>
            <a:off x="381000" y="7302500"/>
            <a:ext cx="3073400" cy="3683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STRICTLY</a:t>
            </a:r>
            <a:r>
              <a:rPr lang="en-US" sz="3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CONFIDENTIAL</a:t>
            </a:r>
          </a:p>
        </p:txBody>
      </p:sp>
      <p:sp>
        <p:nvSpPr>
          <p:cNvPr id="5" name="Shape 5"/>
          <p:cNvSpPr/>
          <p:nvPr/>
        </p:nvSpPr>
        <p:spPr>
          <a:xfrm>
            <a:off x="8830733" y="296333"/>
            <a:ext cx="317500" cy="228600"/>
          </a:xfrm>
          <a:custGeom>
            <a:avLst/>
            <a:pathLst>
              <a:path w="317500" h="228600">
                <a:moveTo order="1">
                  <a:pt x="317500" y="228600"/>
                </a:moveTo>
                <a:lnTo order="2">
                  <a:pt x="202818" y="228600"/>
                </a:lnTo>
                <a:lnTo order="3">
                  <a:pt x="202818" y="212725"/>
                </a:lnTo>
                <a:lnTo order="4">
                  <a:pt x="202818" y="212725"/>
                </a:lnTo>
                <a:lnTo order="5">
                  <a:pt x="215560" y="211667"/>
                </a:lnTo>
                <a:lnTo order="6">
                  <a:pt x="225117" y="209550"/>
                </a:lnTo>
                <a:lnTo order="7">
                  <a:pt x="225117" y="209550"/>
                </a:lnTo>
                <a:lnTo order="8">
                  <a:pt x="230426" y="206375"/>
                </a:lnTo>
                <a:lnTo order="9">
                  <a:pt x="232550" y="204258"/>
                </a:lnTo>
                <a:lnTo order="10">
                  <a:pt x="233612" y="201083"/>
                </a:lnTo>
                <a:lnTo order="11">
                  <a:pt x="233612" y="201083"/>
                </a:lnTo>
                <a:lnTo order="12">
                  <a:pt x="235736" y="194733"/>
                </a:lnTo>
                <a:lnTo order="13">
                  <a:pt x="235736" y="186267"/>
                </a:lnTo>
                <a:lnTo order="14">
                  <a:pt x="235736" y="42333"/>
                </a:lnTo>
                <a:lnTo order="15">
                  <a:pt x="149724" y="228600"/>
                </a:lnTo>
                <a:lnTo order="16">
                  <a:pt x="139105" y="228600"/>
                </a:lnTo>
                <a:lnTo order="17">
                  <a:pt x="50970" y="42333"/>
                </a:lnTo>
                <a:lnTo order="18">
                  <a:pt x="50970" y="178858"/>
                </a:lnTo>
                <a:lnTo order="19">
                  <a:pt x="50970" y="178858"/>
                </a:lnTo>
                <a:lnTo order="20">
                  <a:pt x="52032" y="194733"/>
                </a:lnTo>
                <a:lnTo order="21">
                  <a:pt x="52032" y="194733"/>
                </a:lnTo>
                <a:lnTo order="22">
                  <a:pt x="53094" y="200025"/>
                </a:lnTo>
                <a:lnTo order="23">
                  <a:pt x="56279" y="205317"/>
                </a:lnTo>
                <a:lnTo order="24">
                  <a:pt x="56279" y="205317"/>
                </a:lnTo>
                <a:lnTo order="25">
                  <a:pt x="59465" y="208492"/>
                </a:lnTo>
                <a:lnTo order="26">
                  <a:pt x="65836" y="210608"/>
                </a:lnTo>
                <a:lnTo order="27">
                  <a:pt x="65836" y="210608"/>
                </a:lnTo>
                <a:lnTo order="28">
                  <a:pt x="73269" y="212725"/>
                </a:lnTo>
                <a:lnTo order="29">
                  <a:pt x="84950" y="212725"/>
                </a:lnTo>
                <a:lnTo order="30">
                  <a:pt x="84950" y="228600"/>
                </a:lnTo>
                <a:lnTo order="31">
                  <a:pt x="0" y="228600"/>
                </a:lnTo>
                <a:lnTo order="32">
                  <a:pt x="0" y="212725"/>
                </a:lnTo>
                <a:lnTo order="33">
                  <a:pt x="0" y="212725"/>
                </a:lnTo>
                <a:lnTo order="34">
                  <a:pt x="10619" y="212725"/>
                </a:lnTo>
                <a:lnTo order="35">
                  <a:pt x="18052" y="210608"/>
                </a:lnTo>
                <a:lnTo order="36">
                  <a:pt x="18052" y="210608"/>
                </a:lnTo>
                <a:lnTo order="37">
                  <a:pt x="24423" y="208492"/>
                </a:lnTo>
                <a:lnTo order="38">
                  <a:pt x="27609" y="204258"/>
                </a:lnTo>
                <a:lnTo order="39">
                  <a:pt x="27609" y="204258"/>
                </a:lnTo>
                <a:lnTo order="40">
                  <a:pt x="30794" y="200025"/>
                </a:lnTo>
                <a:lnTo order="41">
                  <a:pt x="31856" y="194733"/>
                </a:lnTo>
                <a:lnTo order="42">
                  <a:pt x="31856" y="194733"/>
                </a:lnTo>
                <a:lnTo order="43">
                  <a:pt x="32918" y="178858"/>
                </a:lnTo>
                <a:lnTo order="44">
                  <a:pt x="32918" y="48683"/>
                </a:lnTo>
                <a:lnTo order="45">
                  <a:pt x="32918" y="48683"/>
                </a:lnTo>
                <a:lnTo order="46">
                  <a:pt x="31856" y="37042"/>
                </a:lnTo>
                <a:lnTo order="47">
                  <a:pt x="30794" y="28575"/>
                </a:lnTo>
                <a:lnTo order="48">
                  <a:pt x="30794" y="28575"/>
                </a:lnTo>
                <a:lnTo order="49">
                  <a:pt x="29732" y="25400"/>
                </a:lnTo>
                <a:lnTo order="50">
                  <a:pt x="27609" y="22225"/>
                </a:lnTo>
                <a:lnTo order="51">
                  <a:pt x="25485" y="20108"/>
                </a:lnTo>
                <a:lnTo order="52">
                  <a:pt x="22299" y="19050"/>
                </a:lnTo>
                <a:lnTo order="53">
                  <a:pt x="22299" y="19050"/>
                </a:lnTo>
                <a:lnTo order="54">
                  <a:pt x="19114" y="16933"/>
                </a:lnTo>
                <a:lnTo order="55">
                  <a:pt x="13804" y="15875"/>
                </a:lnTo>
                <a:lnTo order="56">
                  <a:pt x="0" y="14817"/>
                </a:lnTo>
                <a:lnTo order="57">
                  <a:pt x="0" y="0"/>
                </a:lnTo>
                <a:lnTo order="58">
                  <a:pt x="83888" y="0"/>
                </a:lnTo>
                <a:lnTo order="59">
                  <a:pt x="159281" y="160867"/>
                </a:lnTo>
                <a:lnTo order="60">
                  <a:pt x="235736" y="0"/>
                </a:lnTo>
                <a:lnTo order="61">
                  <a:pt x="317500" y="0"/>
                </a:lnTo>
                <a:lnTo order="62">
                  <a:pt x="317500" y="14817"/>
                </a:lnTo>
                <a:lnTo order="63">
                  <a:pt x="317500" y="14817"/>
                </a:lnTo>
                <a:lnTo order="64">
                  <a:pt x="307943" y="15875"/>
                </a:lnTo>
                <a:lnTo order="65">
                  <a:pt x="300510" y="16933"/>
                </a:lnTo>
                <a:lnTo order="66">
                  <a:pt x="294139" y="19050"/>
                </a:lnTo>
                <a:lnTo order="67">
                  <a:pt x="290953" y="21167"/>
                </a:lnTo>
                <a:lnTo order="68">
                  <a:pt x="290953" y="21167"/>
                </a:lnTo>
                <a:lnTo order="69">
                  <a:pt x="287768" y="25400"/>
                </a:lnTo>
                <a:lnTo order="70">
                  <a:pt x="285644" y="29633"/>
                </a:lnTo>
                <a:lnTo order="71">
                  <a:pt x="284582" y="35983"/>
                </a:lnTo>
                <a:lnTo order="72">
                  <a:pt x="284582" y="42333"/>
                </a:lnTo>
                <a:lnTo order="73">
                  <a:pt x="284582" y="186267"/>
                </a:lnTo>
                <a:lnTo order="74">
                  <a:pt x="284582" y="186267"/>
                </a:lnTo>
                <a:lnTo order="75">
                  <a:pt x="284582" y="194733"/>
                </a:lnTo>
                <a:lnTo order="76">
                  <a:pt x="286706" y="201083"/>
                </a:lnTo>
                <a:lnTo order="77">
                  <a:pt x="286706" y="201083"/>
                </a:lnTo>
                <a:lnTo order="78">
                  <a:pt x="287768" y="203200"/>
                </a:lnTo>
                <a:lnTo order="79">
                  <a:pt x="289891" y="206375"/>
                </a:lnTo>
                <a:lnTo order="80">
                  <a:pt x="295201" y="209550"/>
                </a:lnTo>
                <a:lnTo order="81">
                  <a:pt x="295201" y="209550"/>
                </a:lnTo>
                <a:lnTo order="82">
                  <a:pt x="304758" y="211667"/>
                </a:lnTo>
                <a:lnTo order="83">
                  <a:pt x="317500" y="212725"/>
                </a:lnTo>
                <a:lnTo order="84">
                  <a:pt x="317500" y="228600"/>
                </a:lnTo>
                <a:close order="85"/>
              </a:path>
            </a:pathLst>
          </a:custGeom>
          <a:solidFill>
            <a:srgbClr val="2A3E6B"/>
          </a:solidFill>
        </p:spPr>
      </p:sp>
      <p:sp>
        <p:nvSpPr>
          <p:cNvPr id="6" name="Shape 6"/>
          <p:cNvSpPr/>
          <p:nvPr/>
        </p:nvSpPr>
        <p:spPr>
          <a:xfrm>
            <a:off x="9160933" y="292100"/>
            <a:ext cx="249767" cy="237067"/>
          </a:xfrm>
          <a:custGeom>
            <a:avLst/>
            <a:pathLst>
              <a:path w="249767" h="237067">
                <a:moveTo order="1">
                  <a:pt x="249767" y="142875"/>
                </a:moveTo>
                <a:lnTo order="2">
                  <a:pt x="249767" y="142875"/>
                </a:lnTo>
                <a:lnTo order="3">
                  <a:pt x="241264" y="143933"/>
                </a:lnTo>
                <a:lnTo order="4">
                  <a:pt x="234887" y="146050"/>
                </a:lnTo>
                <a:lnTo order="5">
                  <a:pt x="234887" y="146050"/>
                </a:lnTo>
                <a:lnTo order="6">
                  <a:pt x="230636" y="148167"/>
                </a:lnTo>
                <a:lnTo order="7">
                  <a:pt x="227447" y="152400"/>
                </a:lnTo>
                <a:lnTo order="8">
                  <a:pt x="227447" y="152400"/>
                </a:lnTo>
                <a:lnTo order="9">
                  <a:pt x="226384" y="159808"/>
                </a:lnTo>
                <a:lnTo order="10">
                  <a:pt x="226384" y="168275"/>
                </a:lnTo>
                <a:lnTo order="11">
                  <a:pt x="226384" y="222250"/>
                </a:lnTo>
                <a:lnTo order="12">
                  <a:pt x="226384" y="222250"/>
                </a:lnTo>
                <a:lnTo order="13">
                  <a:pt x="213630" y="222250"/>
                </a:lnTo>
                <a:lnTo order="14">
                  <a:pt x="199813" y="224367"/>
                </a:lnTo>
                <a:lnTo order="15">
                  <a:pt x="187059" y="225425"/>
                </a:lnTo>
                <a:lnTo order="16">
                  <a:pt x="173242" y="228600"/>
                </a:lnTo>
                <a:lnTo order="17">
                  <a:pt x="173242" y="228600"/>
                </a:lnTo>
                <a:lnTo order="18">
                  <a:pt x="141357" y="234950"/>
                </a:lnTo>
                <a:lnTo order="19">
                  <a:pt x="141357" y="234950"/>
                </a:lnTo>
                <a:lnTo order="20">
                  <a:pt x="130729" y="236008"/>
                </a:lnTo>
                <a:lnTo order="21">
                  <a:pt x="116912" y="237067"/>
                </a:lnTo>
                <a:lnTo order="22">
                  <a:pt x="116912" y="237067"/>
                </a:lnTo>
                <a:lnTo order="23">
                  <a:pt x="99907" y="236008"/>
                </a:lnTo>
                <a:lnTo order="24">
                  <a:pt x="82901" y="232833"/>
                </a:lnTo>
                <a:lnTo order="25">
                  <a:pt x="68022" y="227542"/>
                </a:lnTo>
                <a:lnTo order="26">
                  <a:pt x="60582" y="223308"/>
                </a:lnTo>
                <a:lnTo order="27">
                  <a:pt x="53142" y="219075"/>
                </a:lnTo>
                <a:lnTo order="28">
                  <a:pt x="53142" y="219075"/>
                </a:lnTo>
                <a:lnTo order="29">
                  <a:pt x="41451" y="210608"/>
                </a:lnTo>
                <a:lnTo order="30">
                  <a:pt x="30822" y="200025"/>
                </a:lnTo>
                <a:lnTo order="31">
                  <a:pt x="21257" y="187325"/>
                </a:lnTo>
                <a:lnTo order="32">
                  <a:pt x="13817" y="174625"/>
                </a:lnTo>
                <a:lnTo order="33">
                  <a:pt x="13817" y="174625"/>
                </a:lnTo>
                <a:lnTo order="34">
                  <a:pt x="7440" y="160867"/>
                </a:lnTo>
                <a:lnTo order="35">
                  <a:pt x="4251" y="147108"/>
                </a:lnTo>
                <a:lnTo order="36">
                  <a:pt x="1063" y="133350"/>
                </a:lnTo>
                <a:lnTo order="37">
                  <a:pt x="0" y="118533"/>
                </a:lnTo>
                <a:lnTo order="38">
                  <a:pt x="0" y="118533"/>
                </a:lnTo>
                <a:lnTo order="39">
                  <a:pt x="1063" y="102658"/>
                </a:lnTo>
                <a:lnTo order="40">
                  <a:pt x="4251" y="86783"/>
                </a:lnTo>
                <a:lnTo order="41">
                  <a:pt x="9566" y="71967"/>
                </a:lnTo>
                <a:lnTo order="42">
                  <a:pt x="15943" y="58208"/>
                </a:lnTo>
                <a:lnTo order="43">
                  <a:pt x="15943" y="58208"/>
                </a:lnTo>
                <a:lnTo order="44">
                  <a:pt x="24445" y="45508"/>
                </a:lnTo>
                <a:lnTo order="45">
                  <a:pt x="35074" y="33867"/>
                </a:lnTo>
                <a:lnTo order="46">
                  <a:pt x="45702" y="24342"/>
                </a:lnTo>
                <a:lnTo order="47">
                  <a:pt x="58456" y="15875"/>
                </a:lnTo>
                <a:lnTo order="48">
                  <a:pt x="58456" y="15875"/>
                </a:lnTo>
                <a:lnTo order="49">
                  <a:pt x="72273" y="8467"/>
                </a:lnTo>
                <a:lnTo order="50">
                  <a:pt x="87153" y="4233"/>
                </a:lnTo>
                <a:lnTo order="51">
                  <a:pt x="102032" y="1058"/>
                </a:lnTo>
                <a:lnTo order="52">
                  <a:pt x="117975" y="0"/>
                </a:lnTo>
                <a:lnTo order="53">
                  <a:pt x="117975" y="0"/>
                </a:lnTo>
                <a:lnTo order="54">
                  <a:pt x="127540" y="0"/>
                </a:lnTo>
                <a:lnTo order="55">
                  <a:pt x="137106" y="2117"/>
                </a:lnTo>
                <a:lnTo order="56">
                  <a:pt x="145609" y="4233"/>
                </a:lnTo>
                <a:lnTo order="57">
                  <a:pt x="155174" y="6350"/>
                </a:lnTo>
                <a:lnTo order="58">
                  <a:pt x="163677" y="10583"/>
                </a:lnTo>
                <a:lnTo order="59">
                  <a:pt x="172180" y="14817"/>
                </a:lnTo>
                <a:lnTo order="60">
                  <a:pt x="180682" y="20108"/>
                </a:lnTo>
                <a:lnTo order="61">
                  <a:pt x="188122" y="26458"/>
                </a:lnTo>
                <a:lnTo order="62">
                  <a:pt x="188122" y="26458"/>
                </a:lnTo>
                <a:lnTo order="63">
                  <a:pt x="192373" y="17992"/>
                </a:lnTo>
                <a:lnTo order="64">
                  <a:pt x="194499" y="7408"/>
                </a:lnTo>
                <a:lnTo order="65">
                  <a:pt x="211505" y="7408"/>
                </a:lnTo>
                <a:lnTo order="66">
                  <a:pt x="212567" y="81492"/>
                </a:lnTo>
                <a:lnTo order="67">
                  <a:pt x="197688" y="81492"/>
                </a:lnTo>
                <a:lnTo order="68">
                  <a:pt x="197688" y="81492"/>
                </a:lnTo>
                <a:lnTo order="69">
                  <a:pt x="195562" y="73025"/>
                </a:lnTo>
                <a:lnTo order="70">
                  <a:pt x="192373" y="65617"/>
                </a:lnTo>
                <a:lnTo order="71">
                  <a:pt x="188122" y="58208"/>
                </a:lnTo>
                <a:lnTo order="72">
                  <a:pt x="183871" y="50800"/>
                </a:lnTo>
                <a:lnTo order="73">
                  <a:pt x="183871" y="50800"/>
                </a:lnTo>
                <a:lnTo order="74">
                  <a:pt x="178557" y="43392"/>
                </a:lnTo>
                <a:lnTo order="75">
                  <a:pt x="173242" y="38100"/>
                </a:lnTo>
                <a:lnTo order="76">
                  <a:pt x="166865" y="32808"/>
                </a:lnTo>
                <a:lnTo order="77">
                  <a:pt x="159426" y="28575"/>
                </a:lnTo>
                <a:lnTo order="78">
                  <a:pt x="159426" y="28575"/>
                </a:lnTo>
                <a:lnTo order="79">
                  <a:pt x="151986" y="24342"/>
                </a:lnTo>
                <a:lnTo order="80">
                  <a:pt x="144546" y="22225"/>
                </a:lnTo>
                <a:lnTo order="81">
                  <a:pt x="136043" y="20108"/>
                </a:lnTo>
                <a:lnTo order="82">
                  <a:pt x="127540" y="20108"/>
                </a:lnTo>
                <a:lnTo order="83">
                  <a:pt x="127540" y="20108"/>
                </a:lnTo>
                <a:lnTo order="84">
                  <a:pt x="114786" y="21167"/>
                </a:lnTo>
                <a:lnTo order="85">
                  <a:pt x="102032" y="24342"/>
                </a:lnTo>
                <a:lnTo order="86">
                  <a:pt x="102032" y="24342"/>
                </a:lnTo>
                <a:lnTo order="87">
                  <a:pt x="95655" y="27517"/>
                </a:lnTo>
                <a:lnTo order="88">
                  <a:pt x="90341" y="30692"/>
                </a:lnTo>
                <a:lnTo order="89">
                  <a:pt x="85027" y="34925"/>
                </a:lnTo>
                <a:lnTo order="90">
                  <a:pt x="78650" y="40217"/>
                </a:lnTo>
                <a:lnTo order="91">
                  <a:pt x="78650" y="40217"/>
                </a:lnTo>
                <a:lnTo order="92">
                  <a:pt x="74399" y="45508"/>
                </a:lnTo>
                <a:lnTo order="93">
                  <a:pt x="69084" y="52917"/>
                </a:lnTo>
                <a:lnTo order="94">
                  <a:pt x="64833" y="61383"/>
                </a:lnTo>
                <a:lnTo order="95">
                  <a:pt x="61645" y="69850"/>
                </a:lnTo>
                <a:lnTo order="96">
                  <a:pt x="61645" y="69850"/>
                </a:lnTo>
                <a:lnTo order="97">
                  <a:pt x="58456" y="80433"/>
                </a:lnTo>
                <a:lnTo order="98">
                  <a:pt x="57393" y="91017"/>
                </a:lnTo>
                <a:lnTo order="99">
                  <a:pt x="55268" y="103717"/>
                </a:lnTo>
                <a:lnTo order="100">
                  <a:pt x="55268" y="117475"/>
                </a:lnTo>
                <a:lnTo order="101">
                  <a:pt x="55268" y="117475"/>
                </a:lnTo>
                <a:lnTo order="102">
                  <a:pt x="55268" y="129117"/>
                </a:lnTo>
                <a:lnTo order="103">
                  <a:pt x="56330" y="140758"/>
                </a:lnTo>
                <a:lnTo order="104">
                  <a:pt x="58456" y="151342"/>
                </a:lnTo>
                <a:lnTo order="105">
                  <a:pt x="60582" y="162983"/>
                </a:lnTo>
                <a:lnTo order="106">
                  <a:pt x="60582" y="162983"/>
                </a:lnTo>
                <a:lnTo order="107">
                  <a:pt x="63770" y="173567"/>
                </a:lnTo>
                <a:lnTo order="108">
                  <a:pt x="68022" y="183092"/>
                </a:lnTo>
                <a:lnTo order="109">
                  <a:pt x="73336" y="192617"/>
                </a:lnTo>
                <a:lnTo order="110">
                  <a:pt x="80776" y="201083"/>
                </a:lnTo>
                <a:lnTo order="111">
                  <a:pt x="80776" y="201083"/>
                </a:lnTo>
                <a:lnTo order="112">
                  <a:pt x="85027" y="204258"/>
                </a:lnTo>
                <a:lnTo order="113">
                  <a:pt x="89278" y="207433"/>
                </a:lnTo>
                <a:lnTo order="114">
                  <a:pt x="99907" y="212725"/>
                </a:lnTo>
                <a:lnTo order="115">
                  <a:pt x="111598" y="215900"/>
                </a:lnTo>
                <a:lnTo order="116">
                  <a:pt x="125415" y="216958"/>
                </a:lnTo>
                <a:lnTo order="117">
                  <a:pt x="125415" y="216958"/>
                </a:lnTo>
                <a:lnTo order="118">
                  <a:pt x="134980" y="215900"/>
                </a:lnTo>
                <a:lnTo order="119">
                  <a:pt x="144546" y="214842"/>
                </a:lnTo>
                <a:lnTo order="120">
                  <a:pt x="151986" y="212725"/>
                </a:lnTo>
                <a:lnTo order="121">
                  <a:pt x="158363" y="209550"/>
                </a:lnTo>
                <a:lnTo order="122">
                  <a:pt x="158363" y="209550"/>
                </a:lnTo>
                <a:lnTo order="123">
                  <a:pt x="163677" y="206375"/>
                </a:lnTo>
                <a:lnTo order="124">
                  <a:pt x="167928" y="202142"/>
                </a:lnTo>
                <a:lnTo order="125">
                  <a:pt x="171117" y="197908"/>
                </a:lnTo>
                <a:lnTo order="126">
                  <a:pt x="174305" y="192617"/>
                </a:lnTo>
                <a:lnTo order="127">
                  <a:pt x="174305" y="192617"/>
                </a:lnTo>
                <a:lnTo order="128">
                  <a:pt x="176431" y="182033"/>
                </a:lnTo>
                <a:lnTo order="129">
                  <a:pt x="177494" y="170392"/>
                </a:lnTo>
                <a:lnTo order="130">
                  <a:pt x="177494" y="170392"/>
                </a:lnTo>
                <a:lnTo order="131">
                  <a:pt x="176431" y="159808"/>
                </a:lnTo>
                <a:lnTo order="132">
                  <a:pt x="175368" y="152400"/>
                </a:lnTo>
                <a:lnTo order="133">
                  <a:pt x="175368" y="152400"/>
                </a:lnTo>
                <a:lnTo order="134">
                  <a:pt x="174305" y="150283"/>
                </a:lnTo>
                <a:lnTo order="135">
                  <a:pt x="172180" y="148167"/>
                </a:lnTo>
                <a:lnTo order="136">
                  <a:pt x="166865" y="144992"/>
                </a:lnTo>
                <a:lnTo order="137">
                  <a:pt x="166865" y="144992"/>
                </a:lnTo>
                <a:lnTo order="138">
                  <a:pt x="159426" y="142875"/>
                </a:lnTo>
                <a:lnTo order="139">
                  <a:pt x="146671" y="142875"/>
                </a:lnTo>
                <a:lnTo order="140">
                  <a:pt x="146671" y="127000"/>
                </a:lnTo>
                <a:lnTo order="141">
                  <a:pt x="249767" y="127000"/>
                </a:lnTo>
                <a:lnTo order="142">
                  <a:pt x="249767" y="142875"/>
                </a:lnTo>
                <a:close order="143"/>
              </a:path>
            </a:pathLst>
          </a:custGeom>
          <a:solidFill>
            <a:srgbClr val="2A3E6B"/>
          </a:solidFill>
        </p:spPr>
      </p:sp>
      <p:sp>
        <p:nvSpPr>
          <p:cNvPr id="7" name="Shape 7"/>
          <p:cNvSpPr/>
          <p:nvPr/>
        </p:nvSpPr>
        <p:spPr>
          <a:xfrm>
            <a:off x="9427633" y="292100"/>
            <a:ext cx="249767" cy="237067"/>
          </a:xfrm>
          <a:custGeom>
            <a:avLst/>
            <a:pathLst>
              <a:path w="249767" h="237067">
                <a:moveTo order="1">
                  <a:pt x="249767" y="142875"/>
                </a:moveTo>
                <a:lnTo order="2">
                  <a:pt x="249767" y="142875"/>
                </a:lnTo>
                <a:lnTo order="3">
                  <a:pt x="241228" y="143933"/>
                </a:lnTo>
                <a:lnTo order="4">
                  <a:pt x="234823" y="146050"/>
                </a:lnTo>
                <a:lnTo order="5">
                  <a:pt x="234823" y="146050"/>
                </a:lnTo>
                <a:lnTo order="6">
                  <a:pt x="231621" y="148167"/>
                </a:lnTo>
                <a:lnTo order="7">
                  <a:pt x="228419" y="152400"/>
                </a:lnTo>
                <a:lnTo order="8">
                  <a:pt x="228419" y="152400"/>
                </a:lnTo>
                <a:lnTo order="9">
                  <a:pt x="227352" y="159808"/>
                </a:lnTo>
                <a:lnTo order="10">
                  <a:pt x="226284" y="168275"/>
                </a:lnTo>
                <a:lnTo order="11">
                  <a:pt x="226284" y="222250"/>
                </a:lnTo>
                <a:lnTo order="12">
                  <a:pt x="226284" y="222250"/>
                </a:lnTo>
                <a:lnTo order="13">
                  <a:pt x="214543" y="222250"/>
                </a:lnTo>
                <a:lnTo order="14">
                  <a:pt x="200667" y="224367"/>
                </a:lnTo>
                <a:lnTo order="15">
                  <a:pt x="187859" y="225425"/>
                </a:lnTo>
                <a:lnTo order="16">
                  <a:pt x="172915" y="228600"/>
                </a:lnTo>
                <a:lnTo order="17">
                  <a:pt x="172915" y="228600"/>
                </a:lnTo>
                <a:lnTo order="18">
                  <a:pt x="141961" y="234950"/>
                </a:lnTo>
                <a:lnTo order="19">
                  <a:pt x="141961" y="234950"/>
                </a:lnTo>
                <a:lnTo order="20">
                  <a:pt x="131288" y="236008"/>
                </a:lnTo>
                <a:lnTo order="21">
                  <a:pt x="117412" y="237067"/>
                </a:lnTo>
                <a:lnTo order="22">
                  <a:pt x="117412" y="237067"/>
                </a:lnTo>
                <a:lnTo order="23">
                  <a:pt x="99266" y="236008"/>
                </a:lnTo>
                <a:lnTo order="24">
                  <a:pt x="83256" y="232833"/>
                </a:lnTo>
                <a:lnTo order="25">
                  <a:pt x="67245" y="227542"/>
                </a:lnTo>
                <a:lnTo order="26">
                  <a:pt x="60841" y="223308"/>
                </a:lnTo>
                <a:lnTo order="27">
                  <a:pt x="53369" y="219075"/>
                </a:lnTo>
                <a:lnTo order="28">
                  <a:pt x="53369" y="219075"/>
                </a:lnTo>
                <a:lnTo order="29">
                  <a:pt x="40560" y="210608"/>
                </a:lnTo>
                <a:lnTo order="30">
                  <a:pt x="29887" y="200025"/>
                </a:lnTo>
                <a:lnTo order="31">
                  <a:pt x="21348" y="187325"/>
                </a:lnTo>
                <a:lnTo order="32">
                  <a:pt x="13876" y="174625"/>
                </a:lnTo>
                <a:lnTo order="33">
                  <a:pt x="13876" y="174625"/>
                </a:lnTo>
                <a:lnTo order="34">
                  <a:pt x="7472" y="160867"/>
                </a:lnTo>
                <a:lnTo order="35">
                  <a:pt x="3202" y="147108"/>
                </a:lnTo>
                <a:lnTo order="36">
                  <a:pt x="1067" y="133350"/>
                </a:lnTo>
                <a:lnTo order="37">
                  <a:pt x="0" y="118533"/>
                </a:lnTo>
                <a:lnTo order="38">
                  <a:pt x="0" y="118533"/>
                </a:lnTo>
                <a:lnTo order="39">
                  <a:pt x="1067" y="102658"/>
                </a:lnTo>
                <a:lnTo order="40">
                  <a:pt x="4270" y="86783"/>
                </a:lnTo>
                <a:lnTo order="41">
                  <a:pt x="9606" y="71967"/>
                </a:lnTo>
                <a:lnTo order="42">
                  <a:pt x="16011" y="58208"/>
                </a:lnTo>
                <a:lnTo order="43">
                  <a:pt x="16011" y="58208"/>
                </a:lnTo>
                <a:lnTo order="44">
                  <a:pt x="24550" y="45508"/>
                </a:lnTo>
                <a:lnTo order="45">
                  <a:pt x="34156" y="33867"/>
                </a:lnTo>
                <a:lnTo order="46">
                  <a:pt x="45897" y="24342"/>
                </a:lnTo>
                <a:lnTo order="47">
                  <a:pt x="58706" y="15875"/>
                </a:lnTo>
                <a:lnTo order="48">
                  <a:pt x="58706" y="15875"/>
                </a:lnTo>
                <a:lnTo order="49">
                  <a:pt x="72582" y="8467"/>
                </a:lnTo>
                <a:lnTo order="50">
                  <a:pt x="87525" y="4233"/>
                </a:lnTo>
                <a:lnTo order="51">
                  <a:pt x="102468" y="1058"/>
                </a:lnTo>
                <a:lnTo order="52">
                  <a:pt x="118479" y="0"/>
                </a:lnTo>
                <a:lnTo order="53">
                  <a:pt x="118479" y="0"/>
                </a:lnTo>
                <a:lnTo order="54">
                  <a:pt x="128085" y="0"/>
                </a:lnTo>
                <a:lnTo order="55">
                  <a:pt x="136625" y="2117"/>
                </a:lnTo>
                <a:lnTo order="56">
                  <a:pt x="146231" y="4233"/>
                </a:lnTo>
                <a:lnTo order="57">
                  <a:pt x="155837" y="6350"/>
                </a:lnTo>
                <a:lnTo order="58">
                  <a:pt x="164376" y="10583"/>
                </a:lnTo>
                <a:lnTo order="59">
                  <a:pt x="172915" y="14817"/>
                </a:lnTo>
                <a:lnTo order="60">
                  <a:pt x="181454" y="20108"/>
                </a:lnTo>
                <a:lnTo order="61">
                  <a:pt x="188926" y="26458"/>
                </a:lnTo>
                <a:lnTo order="62">
                  <a:pt x="188926" y="26458"/>
                </a:lnTo>
                <a:lnTo order="63">
                  <a:pt x="193196" y="17992"/>
                </a:lnTo>
                <a:lnTo order="64">
                  <a:pt x="195330" y="7408"/>
                </a:lnTo>
                <a:lnTo order="65">
                  <a:pt x="212408" y="7408"/>
                </a:lnTo>
                <a:lnTo order="66">
                  <a:pt x="213476" y="81492"/>
                </a:lnTo>
                <a:lnTo order="67">
                  <a:pt x="198532" y="81492"/>
                </a:lnTo>
                <a:lnTo order="68">
                  <a:pt x="198532" y="81492"/>
                </a:lnTo>
                <a:lnTo order="69">
                  <a:pt x="195330" y="73025"/>
                </a:lnTo>
                <a:lnTo order="70">
                  <a:pt x="193196" y="65617"/>
                </a:lnTo>
                <a:lnTo order="71">
                  <a:pt x="188926" y="58208"/>
                </a:lnTo>
                <a:lnTo order="72">
                  <a:pt x="184657" y="50800"/>
                </a:lnTo>
                <a:lnTo order="73">
                  <a:pt x="184657" y="50800"/>
                </a:lnTo>
                <a:lnTo order="74">
                  <a:pt x="179320" y="43392"/>
                </a:lnTo>
                <a:lnTo order="75">
                  <a:pt x="173983" y="38100"/>
                </a:lnTo>
                <a:lnTo order="76">
                  <a:pt x="167578" y="32808"/>
                </a:lnTo>
                <a:lnTo order="77">
                  <a:pt x="160107" y="28575"/>
                </a:lnTo>
                <a:lnTo order="78">
                  <a:pt x="160107" y="28575"/>
                </a:lnTo>
                <a:lnTo order="79">
                  <a:pt x="152635" y="24342"/>
                </a:lnTo>
                <a:lnTo order="80">
                  <a:pt x="144096" y="22225"/>
                </a:lnTo>
                <a:lnTo order="81">
                  <a:pt x="136625" y="20108"/>
                </a:lnTo>
                <a:lnTo order="82">
                  <a:pt x="128085" y="20108"/>
                </a:lnTo>
                <a:lnTo order="83">
                  <a:pt x="128085" y="20108"/>
                </a:lnTo>
                <a:lnTo order="84">
                  <a:pt x="115277" y="21167"/>
                </a:lnTo>
                <a:lnTo order="85">
                  <a:pt x="102468" y="24342"/>
                </a:lnTo>
                <a:lnTo order="86">
                  <a:pt x="102468" y="24342"/>
                </a:lnTo>
                <a:lnTo order="87">
                  <a:pt x="96064" y="27517"/>
                </a:lnTo>
                <a:lnTo order="88">
                  <a:pt x="90727" y="30692"/>
                </a:lnTo>
                <a:lnTo order="89">
                  <a:pt x="84323" y="34925"/>
                </a:lnTo>
                <a:lnTo order="90">
                  <a:pt x="78986" y="40217"/>
                </a:lnTo>
                <a:lnTo order="91">
                  <a:pt x="78986" y="40217"/>
                </a:lnTo>
                <a:lnTo order="92">
                  <a:pt x="73649" y="45508"/>
                </a:lnTo>
                <a:lnTo order="93">
                  <a:pt x="69380" y="52917"/>
                </a:lnTo>
                <a:lnTo order="94">
                  <a:pt x="65110" y="61383"/>
                </a:lnTo>
                <a:lnTo order="95">
                  <a:pt x="61908" y="69850"/>
                </a:lnTo>
                <a:lnTo order="96">
                  <a:pt x="61908" y="69850"/>
                </a:lnTo>
                <a:lnTo order="97">
                  <a:pt x="58706" y="80433"/>
                </a:lnTo>
                <a:lnTo order="98">
                  <a:pt x="56571" y="91017"/>
                </a:lnTo>
                <a:lnTo order="99">
                  <a:pt x="55504" y="103717"/>
                </a:lnTo>
                <a:lnTo order="100">
                  <a:pt x="55504" y="117475"/>
                </a:lnTo>
                <a:lnTo order="101">
                  <a:pt x="55504" y="117475"/>
                </a:lnTo>
                <a:lnTo order="102">
                  <a:pt x="55504" y="129117"/>
                </a:lnTo>
                <a:lnTo order="103">
                  <a:pt x="56571" y="140758"/>
                </a:lnTo>
                <a:lnTo order="104">
                  <a:pt x="57638" y="151342"/>
                </a:lnTo>
                <a:lnTo order="105">
                  <a:pt x="60841" y="162983"/>
                </a:lnTo>
                <a:lnTo order="106">
                  <a:pt x="60841" y="162983"/>
                </a:lnTo>
                <a:lnTo order="107">
                  <a:pt x="64043" y="173567"/>
                </a:lnTo>
                <a:lnTo order="108">
                  <a:pt x="68312" y="183092"/>
                </a:lnTo>
                <a:lnTo order="109">
                  <a:pt x="73649" y="192617"/>
                </a:lnTo>
                <a:lnTo order="110">
                  <a:pt x="81121" y="201083"/>
                </a:lnTo>
                <a:lnTo order="111">
                  <a:pt x="81121" y="201083"/>
                </a:lnTo>
                <a:lnTo order="112">
                  <a:pt x="85390" y="204258"/>
                </a:lnTo>
                <a:lnTo order="113">
                  <a:pt x="89660" y="207433"/>
                </a:lnTo>
                <a:lnTo order="114">
                  <a:pt x="100334" y="212725"/>
                </a:lnTo>
                <a:lnTo order="115">
                  <a:pt x="112075" y="215900"/>
                </a:lnTo>
                <a:lnTo order="116">
                  <a:pt x="124883" y="216958"/>
                </a:lnTo>
                <a:lnTo order="117">
                  <a:pt x="124883" y="216958"/>
                </a:lnTo>
                <a:lnTo order="118">
                  <a:pt x="135557" y="215900"/>
                </a:lnTo>
                <a:lnTo order="119">
                  <a:pt x="145164" y="214842"/>
                </a:lnTo>
                <a:lnTo order="120">
                  <a:pt x="152635" y="212725"/>
                </a:lnTo>
                <a:lnTo order="121">
                  <a:pt x="159039" y="209550"/>
                </a:lnTo>
                <a:lnTo order="122">
                  <a:pt x="159039" y="209550"/>
                </a:lnTo>
                <a:lnTo order="123">
                  <a:pt x="164376" y="206375"/>
                </a:lnTo>
                <a:lnTo order="124">
                  <a:pt x="168646" y="202142"/>
                </a:lnTo>
                <a:lnTo order="125">
                  <a:pt x="171848" y="197908"/>
                </a:lnTo>
                <a:lnTo order="126">
                  <a:pt x="173983" y="192617"/>
                </a:lnTo>
                <a:lnTo order="127">
                  <a:pt x="173983" y="192617"/>
                </a:lnTo>
                <a:lnTo order="128">
                  <a:pt x="177185" y="182033"/>
                </a:lnTo>
                <a:lnTo order="129">
                  <a:pt x="178252" y="170392"/>
                </a:lnTo>
                <a:lnTo order="130">
                  <a:pt x="178252" y="170392"/>
                </a:lnTo>
                <a:lnTo order="131">
                  <a:pt x="177185" y="159808"/>
                </a:lnTo>
                <a:lnTo order="132">
                  <a:pt x="176118" y="152400"/>
                </a:lnTo>
                <a:lnTo order="133">
                  <a:pt x="176118" y="152400"/>
                </a:lnTo>
                <a:lnTo order="134">
                  <a:pt x="175050" y="150283"/>
                </a:lnTo>
                <a:lnTo order="135">
                  <a:pt x="172915" y="148167"/>
                </a:lnTo>
                <a:lnTo order="136">
                  <a:pt x="167578" y="144992"/>
                </a:lnTo>
                <a:lnTo order="137">
                  <a:pt x="167578" y="144992"/>
                </a:lnTo>
                <a:lnTo order="138">
                  <a:pt x="159039" y="142875"/>
                </a:lnTo>
                <a:lnTo order="139">
                  <a:pt x="147298" y="142875"/>
                </a:lnTo>
                <a:lnTo order="140">
                  <a:pt x="147298" y="127000"/>
                </a:lnTo>
                <a:lnTo order="141">
                  <a:pt x="249767" y="127000"/>
                </a:lnTo>
                <a:lnTo order="142">
                  <a:pt x="249767" y="142875"/>
                </a:lnTo>
                <a:close order="143"/>
              </a:path>
            </a:pathLst>
          </a:custGeom>
          <a:solidFill>
            <a:srgbClr val="2A3E6B"/>
          </a:solidFill>
        </p:spPr>
      </p:sp>
      <p:sp>
        <p:nvSpPr>
          <p:cNvPr id="8" name="Shape 8"/>
          <p:cNvSpPr/>
          <p:nvPr/>
        </p:nvSpPr>
        <p:spPr>
          <a:xfrm>
            <a:off x="8830733" y="571500"/>
            <a:ext cx="25400" cy="46567"/>
          </a:xfrm>
          <a:custGeom>
            <a:avLst/>
            <a:pathLst>
              <a:path w="25400" h="46567">
                <a:moveTo order="1">
                  <a:pt x="17670" y="34925"/>
                </a:moveTo>
                <a:lnTo order="2">
                  <a:pt x="17670" y="34925"/>
                </a:lnTo>
                <a:lnTo order="3">
                  <a:pt x="17670" y="39158"/>
                </a:lnTo>
                <a:lnTo order="4">
                  <a:pt x="18774" y="42333"/>
                </a:lnTo>
                <a:lnTo order="5">
                  <a:pt x="20983" y="43392"/>
                </a:lnTo>
                <a:lnTo order="6">
                  <a:pt x="25400" y="44450"/>
                </a:lnTo>
                <a:lnTo order="7">
                  <a:pt x="25400" y="46567"/>
                </a:lnTo>
                <a:lnTo order="8">
                  <a:pt x="25400" y="46567"/>
                </a:lnTo>
                <a:lnTo order="9">
                  <a:pt x="13252" y="45508"/>
                </a:lnTo>
                <a:lnTo order="10">
                  <a:pt x="13252" y="45508"/>
                </a:lnTo>
                <a:lnTo order="11">
                  <a:pt x="0" y="46567"/>
                </a:lnTo>
                <a:lnTo order="12">
                  <a:pt x="0" y="44450"/>
                </a:lnTo>
                <a:lnTo order="13">
                  <a:pt x="0" y="44450"/>
                </a:lnTo>
                <a:lnTo order="14">
                  <a:pt x="4417" y="43392"/>
                </a:lnTo>
                <a:lnTo order="15">
                  <a:pt x="6626" y="42333"/>
                </a:lnTo>
                <a:lnTo order="16">
                  <a:pt x="7730" y="39158"/>
                </a:lnTo>
                <a:lnTo order="17">
                  <a:pt x="7730" y="34925"/>
                </a:lnTo>
                <a:lnTo order="18">
                  <a:pt x="7730" y="11642"/>
                </a:lnTo>
                <a:lnTo order="19">
                  <a:pt x="7730" y="11642"/>
                </a:lnTo>
                <a:lnTo order="20">
                  <a:pt x="7730" y="6350"/>
                </a:lnTo>
                <a:lnTo order="21">
                  <a:pt x="6626" y="4233"/>
                </a:lnTo>
                <a:lnTo order="22">
                  <a:pt x="4417" y="2117"/>
                </a:lnTo>
                <a:lnTo order="23">
                  <a:pt x="0" y="2117"/>
                </a:lnTo>
                <a:lnTo order="24">
                  <a:pt x="0" y="0"/>
                </a:lnTo>
                <a:lnTo order="25">
                  <a:pt x="0" y="0"/>
                </a:lnTo>
                <a:lnTo order="26">
                  <a:pt x="13252" y="0"/>
                </a:lnTo>
                <a:lnTo order="27">
                  <a:pt x="13252" y="0"/>
                </a:lnTo>
                <a:lnTo order="28">
                  <a:pt x="25400" y="0"/>
                </a:lnTo>
                <a:lnTo order="29">
                  <a:pt x="25400" y="2117"/>
                </a:lnTo>
                <a:lnTo order="30">
                  <a:pt x="25400" y="2117"/>
                </a:lnTo>
                <a:lnTo order="31">
                  <a:pt x="20983" y="2117"/>
                </a:lnTo>
                <a:lnTo order="32">
                  <a:pt x="18774" y="4233"/>
                </a:lnTo>
                <a:lnTo order="33">
                  <a:pt x="17670" y="6350"/>
                </a:lnTo>
                <a:lnTo order="34">
                  <a:pt x="17670" y="11642"/>
                </a:lnTo>
                <a:lnTo order="35">
                  <a:pt x="17670" y="34925"/>
                </a:lnTo>
                <a:close order="36"/>
              </a:path>
            </a:pathLst>
          </a:custGeom>
          <a:solidFill>
            <a:srgbClr val="2A3E6B"/>
          </a:solidFill>
        </p:spPr>
      </p:sp>
      <p:sp>
        <p:nvSpPr>
          <p:cNvPr id="9" name="Shape 9"/>
          <p:cNvSpPr/>
          <p:nvPr/>
        </p:nvSpPr>
        <p:spPr>
          <a:xfrm>
            <a:off x="8860367" y="571500"/>
            <a:ext cx="55033" cy="46567"/>
          </a:xfrm>
          <a:custGeom>
            <a:avLst/>
            <a:pathLst>
              <a:path w="55033" h="46567">
                <a:moveTo order="1">
                  <a:pt x="46567" y="46567"/>
                </a:moveTo>
                <a:lnTo order="2">
                  <a:pt x="43392" y="46567"/>
                </a:lnTo>
                <a:lnTo order="3">
                  <a:pt x="11642" y="9313"/>
                </a:lnTo>
                <a:lnTo order="4">
                  <a:pt x="11642" y="9313"/>
                </a:lnTo>
                <a:lnTo order="5">
                  <a:pt x="11642" y="34149"/>
                </a:lnTo>
                <a:lnTo order="6">
                  <a:pt x="11642" y="34149"/>
                </a:lnTo>
                <a:lnTo order="7">
                  <a:pt x="11642" y="39323"/>
                </a:lnTo>
                <a:lnTo order="8">
                  <a:pt x="12700" y="41393"/>
                </a:lnTo>
                <a:lnTo order="9">
                  <a:pt x="15875" y="42427"/>
                </a:lnTo>
                <a:lnTo order="10">
                  <a:pt x="19050" y="43462"/>
                </a:lnTo>
                <a:lnTo order="11">
                  <a:pt x="19050" y="45532"/>
                </a:lnTo>
                <a:lnTo order="12">
                  <a:pt x="19050" y="45532"/>
                </a:lnTo>
                <a:lnTo order="13">
                  <a:pt x="9525" y="44497"/>
                </a:lnTo>
                <a:lnTo order="14">
                  <a:pt x="9525" y="44497"/>
                </a:lnTo>
                <a:lnTo order="15">
                  <a:pt x="0" y="45532"/>
                </a:lnTo>
                <a:lnTo order="16">
                  <a:pt x="0" y="43462"/>
                </a:lnTo>
                <a:lnTo order="17">
                  <a:pt x="0" y="43462"/>
                </a:lnTo>
                <a:lnTo order="18">
                  <a:pt x="4233" y="42427"/>
                </a:lnTo>
                <a:lnTo order="19">
                  <a:pt x="6350" y="41393"/>
                </a:lnTo>
                <a:lnTo order="20">
                  <a:pt x="8467" y="39323"/>
                </a:lnTo>
                <a:lnTo order="21">
                  <a:pt x="8467" y="34149"/>
                </a:lnTo>
                <a:lnTo order="22">
                  <a:pt x="8467" y="5174"/>
                </a:lnTo>
                <a:lnTo order="23">
                  <a:pt x="8467" y="5174"/>
                </a:lnTo>
                <a:lnTo order="24">
                  <a:pt x="6350" y="4139"/>
                </a:lnTo>
                <a:lnTo order="25">
                  <a:pt x="5292" y="3104"/>
                </a:lnTo>
                <a:lnTo order="26">
                  <a:pt x="0" y="2070"/>
                </a:lnTo>
                <a:lnTo order="27">
                  <a:pt x="0" y="0"/>
                </a:lnTo>
                <a:lnTo order="28">
                  <a:pt x="0" y="0"/>
                </a:lnTo>
                <a:lnTo order="29">
                  <a:pt x="6350" y="0"/>
                </a:lnTo>
                <a:lnTo order="30">
                  <a:pt x="6350" y="0"/>
                </a:lnTo>
                <a:lnTo order="31">
                  <a:pt x="14817" y="0"/>
                </a:lnTo>
                <a:lnTo order="32">
                  <a:pt x="43392" y="34149"/>
                </a:lnTo>
                <a:lnTo order="33">
                  <a:pt x="43392" y="34149"/>
                </a:lnTo>
                <a:lnTo order="34">
                  <a:pt x="43392" y="10348"/>
                </a:lnTo>
                <a:lnTo order="35">
                  <a:pt x="43392" y="10348"/>
                </a:lnTo>
                <a:lnTo order="36">
                  <a:pt x="43392" y="6209"/>
                </a:lnTo>
                <a:lnTo order="37">
                  <a:pt x="42333" y="3104"/>
                </a:lnTo>
                <a:lnTo order="38">
                  <a:pt x="39158" y="2070"/>
                </a:lnTo>
                <a:lnTo order="39">
                  <a:pt x="35983" y="2070"/>
                </a:lnTo>
                <a:lnTo order="40">
                  <a:pt x="35983" y="0"/>
                </a:lnTo>
                <a:lnTo order="41">
                  <a:pt x="35983" y="0"/>
                </a:lnTo>
                <a:lnTo order="42">
                  <a:pt x="44450" y="0"/>
                </a:lnTo>
                <a:lnTo order="43">
                  <a:pt x="44450" y="0"/>
                </a:lnTo>
                <a:lnTo order="44">
                  <a:pt x="55033" y="0"/>
                </a:lnTo>
                <a:lnTo order="45">
                  <a:pt x="55033" y="2070"/>
                </a:lnTo>
                <a:lnTo order="46">
                  <a:pt x="55033" y="2070"/>
                </a:lnTo>
                <a:lnTo order="47">
                  <a:pt x="50800" y="2070"/>
                </a:lnTo>
                <a:lnTo order="48">
                  <a:pt x="48683" y="3104"/>
                </a:lnTo>
                <a:lnTo order="49">
                  <a:pt x="46567" y="6209"/>
                </a:lnTo>
                <a:lnTo order="50">
                  <a:pt x="46567" y="10348"/>
                </a:lnTo>
                <a:lnTo order="51">
                  <a:pt x="46567" y="46567"/>
                </a:lnTo>
                <a:close order="52"/>
              </a:path>
            </a:pathLst>
          </a:custGeom>
          <a:solidFill>
            <a:srgbClr val="2A3E6B"/>
          </a:solidFill>
        </p:spPr>
      </p:sp>
      <p:sp>
        <p:nvSpPr>
          <p:cNvPr id="10" name="Shape 10"/>
          <p:cNvSpPr/>
          <p:nvPr/>
        </p:nvSpPr>
        <p:spPr>
          <a:xfrm>
            <a:off x="8919633" y="571500"/>
            <a:ext cx="50800" cy="46567"/>
          </a:xfrm>
          <a:custGeom>
            <a:avLst/>
            <a:pathLst>
              <a:path w="50800" h="46567">
                <a:moveTo order="1">
                  <a:pt x="23283" y="46567"/>
                </a:moveTo>
                <a:lnTo order="2">
                  <a:pt x="7408" y="8279"/>
                </a:lnTo>
                <a:lnTo order="3">
                  <a:pt x="7408" y="8279"/>
                </a:lnTo>
                <a:lnTo order="4">
                  <a:pt x="6350" y="5174"/>
                </a:lnTo>
                <a:lnTo order="5">
                  <a:pt x="4233" y="3104"/>
                </a:lnTo>
                <a:lnTo order="6">
                  <a:pt x="3175" y="2070"/>
                </a:lnTo>
                <a:lnTo order="7">
                  <a:pt x="0" y="2070"/>
                </a:lnTo>
                <a:lnTo order="8">
                  <a:pt x="0" y="0"/>
                </a:lnTo>
                <a:lnTo order="9">
                  <a:pt x="0" y="0"/>
                </a:lnTo>
                <a:lnTo order="10">
                  <a:pt x="11642" y="0"/>
                </a:lnTo>
                <a:lnTo order="11">
                  <a:pt x="11642" y="0"/>
                </a:lnTo>
                <a:lnTo order="12">
                  <a:pt x="23283" y="0"/>
                </a:lnTo>
                <a:lnTo order="13">
                  <a:pt x="23283" y="2070"/>
                </a:lnTo>
                <a:lnTo order="14">
                  <a:pt x="23283" y="2070"/>
                </a:lnTo>
                <a:lnTo order="15">
                  <a:pt x="17992" y="2070"/>
                </a:lnTo>
                <a:lnTo order="16">
                  <a:pt x="16933" y="3104"/>
                </a:lnTo>
                <a:lnTo order="17">
                  <a:pt x="15875" y="4139"/>
                </a:lnTo>
                <a:lnTo order="18">
                  <a:pt x="15875" y="4139"/>
                </a:lnTo>
                <a:lnTo order="19">
                  <a:pt x="16933" y="9313"/>
                </a:lnTo>
                <a:lnTo order="20">
                  <a:pt x="19050" y="13453"/>
                </a:lnTo>
                <a:lnTo order="21">
                  <a:pt x="28575" y="36219"/>
                </a:lnTo>
                <a:lnTo order="22">
                  <a:pt x="37042" y="16557"/>
                </a:lnTo>
                <a:lnTo order="23">
                  <a:pt x="37042" y="16557"/>
                </a:lnTo>
                <a:lnTo order="24">
                  <a:pt x="39158" y="11383"/>
                </a:lnTo>
                <a:lnTo order="25">
                  <a:pt x="41275" y="6209"/>
                </a:lnTo>
                <a:lnTo order="26">
                  <a:pt x="41275" y="6209"/>
                </a:lnTo>
                <a:lnTo order="27">
                  <a:pt x="40217" y="4139"/>
                </a:lnTo>
                <a:lnTo order="28">
                  <a:pt x="39158" y="3104"/>
                </a:lnTo>
                <a:lnTo order="29">
                  <a:pt x="33867" y="2070"/>
                </a:lnTo>
                <a:lnTo order="30">
                  <a:pt x="33867" y="0"/>
                </a:lnTo>
                <a:lnTo order="31">
                  <a:pt x="33867" y="0"/>
                </a:lnTo>
                <a:lnTo order="32">
                  <a:pt x="42333" y="0"/>
                </a:lnTo>
                <a:lnTo order="33">
                  <a:pt x="42333" y="0"/>
                </a:lnTo>
                <a:lnTo order="34">
                  <a:pt x="50800" y="0"/>
                </a:lnTo>
                <a:lnTo order="35">
                  <a:pt x="50800" y="2070"/>
                </a:lnTo>
                <a:lnTo order="36">
                  <a:pt x="50800" y="2070"/>
                </a:lnTo>
                <a:lnTo order="37">
                  <a:pt x="47625" y="3104"/>
                </a:lnTo>
                <a:lnTo order="38">
                  <a:pt x="45508" y="4139"/>
                </a:lnTo>
                <a:lnTo order="39">
                  <a:pt x="43392" y="7244"/>
                </a:lnTo>
                <a:lnTo order="40">
                  <a:pt x="42333" y="10348"/>
                </a:lnTo>
                <a:lnTo order="41">
                  <a:pt x="26458" y="46567"/>
                </a:lnTo>
                <a:lnTo order="42">
                  <a:pt x="23283" y="46567"/>
                </a:lnTo>
                <a:close order="43"/>
              </a:path>
            </a:pathLst>
          </a:custGeom>
          <a:solidFill>
            <a:srgbClr val="2A3E6B"/>
          </a:solidFill>
        </p:spPr>
      </p:sp>
      <p:sp>
        <p:nvSpPr>
          <p:cNvPr id="11" name="Shape 11"/>
          <p:cNvSpPr/>
          <p:nvPr/>
        </p:nvSpPr>
        <p:spPr>
          <a:xfrm>
            <a:off x="8974667" y="571500"/>
            <a:ext cx="42333" cy="46567"/>
          </a:xfrm>
          <a:custGeom>
            <a:avLst/>
            <a:pathLst>
              <a:path w="42333" h="46567">
                <a:moveTo order="1">
                  <a:pt x="7228" y="11642"/>
                </a:moveTo>
                <a:lnTo order="2">
                  <a:pt x="7228" y="11642"/>
                </a:lnTo>
                <a:lnTo order="3">
                  <a:pt x="7228" y="6350"/>
                </a:lnTo>
                <a:lnTo order="4">
                  <a:pt x="6195" y="4233"/>
                </a:lnTo>
                <a:lnTo order="5">
                  <a:pt x="4130" y="2117"/>
                </a:lnTo>
                <a:lnTo order="6">
                  <a:pt x="0" y="2117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1358" y="0"/>
                </a:lnTo>
                <a:lnTo order="10">
                  <a:pt x="11358" y="0"/>
                </a:lnTo>
                <a:lnTo order="11">
                  <a:pt x="38203" y="0"/>
                </a:lnTo>
                <a:lnTo order="12">
                  <a:pt x="38203" y="11642"/>
                </a:lnTo>
                <a:lnTo order="13">
                  <a:pt x="37171" y="11642"/>
                </a:lnTo>
                <a:lnTo order="14">
                  <a:pt x="37171" y="11642"/>
                </a:lnTo>
                <a:lnTo order="15">
                  <a:pt x="36138" y="6350"/>
                </a:lnTo>
                <a:lnTo order="16">
                  <a:pt x="34073" y="4233"/>
                </a:lnTo>
                <a:lnTo order="17">
                  <a:pt x="30976" y="2117"/>
                </a:lnTo>
                <a:lnTo order="18">
                  <a:pt x="25813" y="2117"/>
                </a:lnTo>
                <a:lnTo order="19">
                  <a:pt x="17553" y="2117"/>
                </a:lnTo>
                <a:lnTo order="20">
                  <a:pt x="17553" y="2117"/>
                </a:lnTo>
                <a:lnTo order="21">
                  <a:pt x="16520" y="2117"/>
                </a:lnTo>
                <a:lnTo order="22">
                  <a:pt x="15488" y="3175"/>
                </a:lnTo>
                <a:lnTo order="23">
                  <a:pt x="15488" y="21167"/>
                </a:lnTo>
                <a:lnTo order="24">
                  <a:pt x="15488" y="21167"/>
                </a:lnTo>
                <a:lnTo order="25">
                  <a:pt x="20650" y="20108"/>
                </a:lnTo>
                <a:lnTo order="26">
                  <a:pt x="24780" y="19050"/>
                </a:lnTo>
                <a:lnTo order="27">
                  <a:pt x="26846" y="15875"/>
                </a:lnTo>
                <a:lnTo order="28">
                  <a:pt x="26846" y="10583"/>
                </a:lnTo>
                <a:lnTo order="29">
                  <a:pt x="28911" y="10583"/>
                </a:lnTo>
                <a:lnTo order="30">
                  <a:pt x="28911" y="10583"/>
                </a:lnTo>
                <a:lnTo order="31">
                  <a:pt x="28911" y="21167"/>
                </a:lnTo>
                <a:lnTo order="32">
                  <a:pt x="28911" y="21167"/>
                </a:lnTo>
                <a:lnTo order="33">
                  <a:pt x="28911" y="31750"/>
                </a:lnTo>
                <a:lnTo order="34">
                  <a:pt x="26846" y="31750"/>
                </a:lnTo>
                <a:lnTo order="35">
                  <a:pt x="26846" y="31750"/>
                </a:lnTo>
                <a:lnTo order="36">
                  <a:pt x="26846" y="26458"/>
                </a:lnTo>
                <a:lnTo order="37">
                  <a:pt x="24780" y="24342"/>
                </a:lnTo>
                <a:lnTo order="38">
                  <a:pt x="21683" y="23283"/>
                </a:lnTo>
                <a:lnTo order="39">
                  <a:pt x="15488" y="23283"/>
                </a:lnTo>
                <a:lnTo order="40">
                  <a:pt x="15488" y="37042"/>
                </a:lnTo>
                <a:lnTo order="41">
                  <a:pt x="15488" y="37042"/>
                </a:lnTo>
                <a:lnTo order="42">
                  <a:pt x="16520" y="40217"/>
                </a:lnTo>
                <a:lnTo order="43">
                  <a:pt x="18585" y="42333"/>
                </a:lnTo>
                <a:lnTo order="44">
                  <a:pt x="20650" y="43392"/>
                </a:lnTo>
                <a:lnTo order="45">
                  <a:pt x="25813" y="44450"/>
                </a:lnTo>
                <a:lnTo order="46">
                  <a:pt x="25813" y="44450"/>
                </a:lnTo>
                <a:lnTo order="47">
                  <a:pt x="30976" y="43392"/>
                </a:lnTo>
                <a:lnTo order="48">
                  <a:pt x="35106" y="42333"/>
                </a:lnTo>
                <a:lnTo order="49">
                  <a:pt x="38203" y="39158"/>
                </a:lnTo>
                <a:lnTo order="50">
                  <a:pt x="40268" y="33867"/>
                </a:lnTo>
                <a:lnTo order="51">
                  <a:pt x="42333" y="33867"/>
                </a:lnTo>
                <a:lnTo order="52">
                  <a:pt x="41301" y="46567"/>
                </a:lnTo>
                <a:lnTo order="53">
                  <a:pt x="41301" y="46567"/>
                </a:lnTo>
                <a:lnTo order="54">
                  <a:pt x="11358" y="45508"/>
                </a:lnTo>
                <a:lnTo order="55">
                  <a:pt x="11358" y="45508"/>
                </a:lnTo>
                <a:lnTo order="56">
                  <a:pt x="0" y="46567"/>
                </a:lnTo>
                <a:lnTo order="57">
                  <a:pt x="0" y="44450"/>
                </a:lnTo>
                <a:lnTo order="58">
                  <a:pt x="0" y="44450"/>
                </a:lnTo>
                <a:lnTo order="59">
                  <a:pt x="4130" y="43392"/>
                </a:lnTo>
                <a:lnTo order="60">
                  <a:pt x="6195" y="42333"/>
                </a:lnTo>
                <a:lnTo order="61">
                  <a:pt x="7228" y="39158"/>
                </a:lnTo>
                <a:lnTo order="62">
                  <a:pt x="7228" y="34925"/>
                </a:lnTo>
                <a:lnTo order="63">
                  <a:pt x="7228" y="11642"/>
                </a:lnTo>
                <a:close order="64"/>
              </a:path>
            </a:pathLst>
          </a:custGeom>
          <a:solidFill>
            <a:srgbClr val="2A3E6B"/>
          </a:solidFill>
        </p:spPr>
      </p:sp>
      <p:sp>
        <p:nvSpPr>
          <p:cNvPr id="12" name="Shape 12"/>
          <p:cNvSpPr/>
          <p:nvPr/>
        </p:nvSpPr>
        <p:spPr>
          <a:xfrm>
            <a:off x="9029700" y="571500"/>
            <a:ext cx="33867" cy="50800"/>
          </a:xfrm>
          <a:custGeom>
            <a:avLst/>
            <a:pathLst>
              <a:path w="33867" h="50800">
                <a:moveTo order="1">
                  <a:pt x="31682" y="14357"/>
                </a:moveTo>
                <a:lnTo order="2">
                  <a:pt x="29497" y="14357"/>
                </a:lnTo>
                <a:lnTo order="3">
                  <a:pt x="29497" y="14357"/>
                </a:lnTo>
                <a:lnTo order="4">
                  <a:pt x="27312" y="9939"/>
                </a:lnTo>
                <a:lnTo order="5">
                  <a:pt x="25127" y="5522"/>
                </a:lnTo>
                <a:lnTo order="6">
                  <a:pt x="20757" y="3313"/>
                </a:lnTo>
                <a:lnTo order="7">
                  <a:pt x="16387" y="2209"/>
                </a:lnTo>
                <a:lnTo order="8">
                  <a:pt x="16387" y="2209"/>
                </a:lnTo>
                <a:lnTo order="9">
                  <a:pt x="13110" y="2209"/>
                </a:lnTo>
                <a:lnTo order="10">
                  <a:pt x="9832" y="4417"/>
                </a:lnTo>
                <a:lnTo order="11">
                  <a:pt x="8740" y="6626"/>
                </a:lnTo>
                <a:lnTo order="12">
                  <a:pt x="7647" y="9939"/>
                </a:lnTo>
                <a:lnTo order="13">
                  <a:pt x="7647" y="9939"/>
                </a:lnTo>
                <a:lnTo order="14">
                  <a:pt x="8740" y="13252"/>
                </a:lnTo>
                <a:lnTo order="15">
                  <a:pt x="12017" y="15461"/>
                </a:lnTo>
                <a:lnTo order="16">
                  <a:pt x="20757" y="20983"/>
                </a:lnTo>
                <a:lnTo order="17">
                  <a:pt x="26219" y="23191"/>
                </a:lnTo>
                <a:lnTo order="18">
                  <a:pt x="30589" y="26504"/>
                </a:lnTo>
                <a:lnTo order="19">
                  <a:pt x="32774" y="29817"/>
                </a:lnTo>
                <a:lnTo order="20">
                  <a:pt x="33867" y="35339"/>
                </a:lnTo>
                <a:lnTo order="21">
                  <a:pt x="33867" y="35339"/>
                </a:lnTo>
                <a:lnTo order="22">
                  <a:pt x="33867" y="39757"/>
                </a:lnTo>
                <a:lnTo order="23">
                  <a:pt x="32774" y="41965"/>
                </a:lnTo>
                <a:lnTo order="24">
                  <a:pt x="30589" y="45278"/>
                </a:lnTo>
                <a:lnTo order="25">
                  <a:pt x="28404" y="46383"/>
                </a:lnTo>
                <a:lnTo order="26">
                  <a:pt x="22942" y="49696"/>
                </a:lnTo>
                <a:lnTo order="27">
                  <a:pt x="15295" y="50800"/>
                </a:lnTo>
                <a:lnTo order="28">
                  <a:pt x="15295" y="50800"/>
                </a:lnTo>
                <a:lnTo order="29">
                  <a:pt x="8740" y="48591"/>
                </a:lnTo>
                <a:lnTo order="30">
                  <a:pt x="3277" y="46383"/>
                </a:lnTo>
                <a:lnTo order="31">
                  <a:pt x="1092" y="48591"/>
                </a:lnTo>
                <a:lnTo order="32">
                  <a:pt x="0" y="48591"/>
                </a:lnTo>
                <a:lnTo order="33">
                  <a:pt x="0" y="34235"/>
                </a:lnTo>
                <a:lnTo order="34">
                  <a:pt x="2185" y="34235"/>
                </a:lnTo>
                <a:lnTo order="35">
                  <a:pt x="2185" y="34235"/>
                </a:lnTo>
                <a:lnTo order="36">
                  <a:pt x="3277" y="39757"/>
                </a:lnTo>
                <a:lnTo order="37">
                  <a:pt x="6555" y="44174"/>
                </a:lnTo>
                <a:lnTo order="38">
                  <a:pt x="10925" y="47487"/>
                </a:lnTo>
                <a:lnTo order="39">
                  <a:pt x="16387" y="48591"/>
                </a:lnTo>
                <a:lnTo order="40">
                  <a:pt x="16387" y="48591"/>
                </a:lnTo>
                <a:lnTo order="41">
                  <a:pt x="20757" y="47487"/>
                </a:lnTo>
                <a:lnTo order="42">
                  <a:pt x="24034" y="45278"/>
                </a:lnTo>
                <a:lnTo order="43">
                  <a:pt x="26219" y="43070"/>
                </a:lnTo>
                <a:lnTo order="44">
                  <a:pt x="26219" y="38652"/>
                </a:lnTo>
                <a:lnTo order="45">
                  <a:pt x="26219" y="38652"/>
                </a:lnTo>
                <a:lnTo order="46">
                  <a:pt x="25127" y="35339"/>
                </a:lnTo>
                <a:lnTo order="47">
                  <a:pt x="22942" y="32026"/>
                </a:lnTo>
                <a:lnTo order="48">
                  <a:pt x="18572" y="29817"/>
                </a:lnTo>
                <a:lnTo order="49">
                  <a:pt x="13110" y="27609"/>
                </a:lnTo>
                <a:lnTo order="50">
                  <a:pt x="8740" y="25400"/>
                </a:lnTo>
                <a:lnTo order="51">
                  <a:pt x="4370" y="22087"/>
                </a:lnTo>
                <a:lnTo order="52">
                  <a:pt x="1092" y="18774"/>
                </a:lnTo>
                <a:lnTo order="53">
                  <a:pt x="0" y="13252"/>
                </a:lnTo>
                <a:lnTo order="54">
                  <a:pt x="0" y="13252"/>
                </a:lnTo>
                <a:lnTo order="55">
                  <a:pt x="1092" y="7730"/>
                </a:lnTo>
                <a:lnTo order="56">
                  <a:pt x="4370" y="3313"/>
                </a:lnTo>
                <a:lnTo order="57">
                  <a:pt x="8740" y="1104"/>
                </a:lnTo>
                <a:lnTo order="58">
                  <a:pt x="15295" y="0"/>
                </a:lnTo>
                <a:lnTo order="59">
                  <a:pt x="15295" y="0"/>
                </a:lnTo>
                <a:lnTo order="60">
                  <a:pt x="21849" y="1104"/>
                </a:lnTo>
                <a:lnTo order="61">
                  <a:pt x="28404" y="4417"/>
                </a:lnTo>
                <a:lnTo order="62">
                  <a:pt x="29497" y="1104"/>
                </a:lnTo>
                <a:lnTo order="63">
                  <a:pt x="30589" y="1104"/>
                </a:lnTo>
                <a:lnTo order="64">
                  <a:pt x="31682" y="14357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13" name="Shape 13"/>
          <p:cNvSpPr/>
          <p:nvPr/>
        </p:nvSpPr>
        <p:spPr>
          <a:xfrm>
            <a:off x="9067800" y="571500"/>
            <a:ext cx="50800" cy="46567"/>
          </a:xfrm>
          <a:custGeom>
            <a:avLst/>
            <a:pathLst>
              <a:path w="50800" h="46567">
                <a:moveTo order="1">
                  <a:pt x="29817" y="34925"/>
                </a:moveTo>
                <a:lnTo order="2">
                  <a:pt x="29817" y="34925"/>
                </a:lnTo>
                <a:lnTo order="3">
                  <a:pt x="29817" y="39158"/>
                </a:lnTo>
                <a:lnTo order="4">
                  <a:pt x="30922" y="42333"/>
                </a:lnTo>
                <a:lnTo order="5">
                  <a:pt x="33130" y="43392"/>
                </a:lnTo>
                <a:lnTo order="6">
                  <a:pt x="37548" y="44450"/>
                </a:lnTo>
                <a:lnTo order="7">
                  <a:pt x="37548" y="46567"/>
                </a:lnTo>
                <a:lnTo order="8">
                  <a:pt x="37548" y="46567"/>
                </a:lnTo>
                <a:lnTo order="9">
                  <a:pt x="25400" y="45508"/>
                </a:lnTo>
                <a:lnTo order="10">
                  <a:pt x="25400" y="45508"/>
                </a:lnTo>
                <a:lnTo order="11">
                  <a:pt x="13252" y="46567"/>
                </a:lnTo>
                <a:lnTo order="12">
                  <a:pt x="13252" y="44450"/>
                </a:lnTo>
                <a:lnTo order="13">
                  <a:pt x="13252" y="44450"/>
                </a:lnTo>
                <a:lnTo order="14">
                  <a:pt x="17670" y="43392"/>
                </a:lnTo>
                <a:lnTo order="15">
                  <a:pt x="19878" y="42333"/>
                </a:lnTo>
                <a:lnTo order="16">
                  <a:pt x="20983" y="39158"/>
                </a:lnTo>
                <a:lnTo order="17">
                  <a:pt x="20983" y="34925"/>
                </a:lnTo>
                <a:lnTo order="18">
                  <a:pt x="20983" y="4233"/>
                </a:lnTo>
                <a:lnTo order="19">
                  <a:pt x="20983" y="4233"/>
                </a:lnTo>
                <a:lnTo order="20">
                  <a:pt x="19878" y="3175"/>
                </a:lnTo>
                <a:lnTo order="21">
                  <a:pt x="17670" y="2117"/>
                </a:lnTo>
                <a:lnTo order="22">
                  <a:pt x="12148" y="2117"/>
                </a:lnTo>
                <a:lnTo order="23">
                  <a:pt x="12148" y="2117"/>
                </a:lnTo>
                <a:lnTo order="24">
                  <a:pt x="6626" y="3175"/>
                </a:lnTo>
                <a:lnTo order="25">
                  <a:pt x="4417" y="5292"/>
                </a:lnTo>
                <a:lnTo order="26">
                  <a:pt x="2209" y="7408"/>
                </a:lnTo>
                <a:lnTo order="27">
                  <a:pt x="1104" y="11642"/>
                </a:lnTo>
                <a:lnTo order="28">
                  <a:pt x="0" y="11642"/>
                </a:lnTo>
                <a:lnTo order="29">
                  <a:pt x="0" y="0"/>
                </a:lnTo>
                <a:lnTo order="30">
                  <a:pt x="0" y="0"/>
                </a:lnTo>
                <a:lnTo order="31">
                  <a:pt x="25400" y="0"/>
                </a:lnTo>
                <a:lnTo order="32">
                  <a:pt x="25400" y="0"/>
                </a:lnTo>
                <a:lnTo order="33">
                  <a:pt x="50800" y="0"/>
                </a:lnTo>
                <a:lnTo order="34">
                  <a:pt x="50800" y="11642"/>
                </a:lnTo>
                <a:lnTo order="35">
                  <a:pt x="49696" y="11642"/>
                </a:lnTo>
                <a:lnTo order="36">
                  <a:pt x="49696" y="11642"/>
                </a:lnTo>
                <a:lnTo order="37">
                  <a:pt x="48591" y="7408"/>
                </a:lnTo>
                <a:lnTo order="38">
                  <a:pt x="46383" y="5292"/>
                </a:lnTo>
                <a:lnTo order="39">
                  <a:pt x="44174" y="3175"/>
                </a:lnTo>
                <a:lnTo order="40">
                  <a:pt x="38652" y="2117"/>
                </a:lnTo>
                <a:lnTo order="41">
                  <a:pt x="33130" y="2117"/>
                </a:lnTo>
                <a:lnTo order="42">
                  <a:pt x="33130" y="2117"/>
                </a:lnTo>
                <a:lnTo order="43">
                  <a:pt x="30922" y="3175"/>
                </a:lnTo>
                <a:lnTo order="44">
                  <a:pt x="29817" y="4233"/>
                </a:lnTo>
                <a:lnTo order="45">
                  <a:pt x="29817" y="34925"/>
                </a:lnTo>
                <a:close order="46"/>
              </a:path>
            </a:pathLst>
          </a:custGeom>
          <a:solidFill>
            <a:srgbClr val="2A3E6B"/>
          </a:solidFill>
        </p:spPr>
      </p:sp>
      <p:sp>
        <p:nvSpPr>
          <p:cNvPr id="14" name="Shape 14"/>
          <p:cNvSpPr/>
          <p:nvPr/>
        </p:nvSpPr>
        <p:spPr>
          <a:xfrm>
            <a:off x="9122833" y="571500"/>
            <a:ext cx="67733" cy="46567"/>
          </a:xfrm>
          <a:custGeom>
            <a:avLst/>
            <a:pathLst>
              <a:path w="67733" h="46567">
                <a:moveTo order="1">
                  <a:pt x="50254" y="0"/>
                </a:moveTo>
                <a:lnTo order="2">
                  <a:pt x="50254" y="0"/>
                </a:lnTo>
                <a:lnTo order="3">
                  <a:pt x="58994" y="0"/>
                </a:lnTo>
                <a:lnTo order="4">
                  <a:pt x="58994" y="0"/>
                </a:lnTo>
                <a:lnTo order="5">
                  <a:pt x="67733" y="0"/>
                </a:lnTo>
                <a:lnTo order="6">
                  <a:pt x="67733" y="2117"/>
                </a:lnTo>
                <a:lnTo order="7">
                  <a:pt x="67733" y="2117"/>
                </a:lnTo>
                <a:lnTo order="8">
                  <a:pt x="64456" y="2117"/>
                </a:lnTo>
                <a:lnTo order="9">
                  <a:pt x="61178" y="3175"/>
                </a:lnTo>
                <a:lnTo order="10">
                  <a:pt x="60086" y="5292"/>
                </a:lnTo>
                <a:lnTo order="11">
                  <a:pt x="58994" y="9525"/>
                </a:lnTo>
                <a:lnTo order="12">
                  <a:pt x="58994" y="34925"/>
                </a:lnTo>
                <a:lnTo order="13">
                  <a:pt x="58994" y="34925"/>
                </a:lnTo>
                <a:lnTo order="14">
                  <a:pt x="58994" y="39158"/>
                </a:lnTo>
                <a:lnTo order="15">
                  <a:pt x="60086" y="42333"/>
                </a:lnTo>
                <a:lnTo order="16">
                  <a:pt x="62271" y="43392"/>
                </a:lnTo>
                <a:lnTo order="17">
                  <a:pt x="66641" y="44450"/>
                </a:lnTo>
                <a:lnTo order="18">
                  <a:pt x="66641" y="46567"/>
                </a:lnTo>
                <a:lnTo order="19">
                  <a:pt x="66641" y="46567"/>
                </a:lnTo>
                <a:lnTo order="20">
                  <a:pt x="54624" y="45508"/>
                </a:lnTo>
                <a:lnTo order="21">
                  <a:pt x="54624" y="45508"/>
                </a:lnTo>
                <a:lnTo order="22">
                  <a:pt x="41514" y="46567"/>
                </a:lnTo>
                <a:lnTo order="23">
                  <a:pt x="41514" y="44450"/>
                </a:lnTo>
                <a:lnTo order="24">
                  <a:pt x="41514" y="44450"/>
                </a:lnTo>
                <a:lnTo order="25">
                  <a:pt x="46976" y="43392"/>
                </a:lnTo>
                <a:lnTo order="26">
                  <a:pt x="49161" y="42333"/>
                </a:lnTo>
                <a:lnTo order="27">
                  <a:pt x="50254" y="39158"/>
                </a:lnTo>
                <a:lnTo order="28">
                  <a:pt x="50254" y="34925"/>
                </a:lnTo>
                <a:lnTo order="29">
                  <a:pt x="50254" y="7408"/>
                </a:lnTo>
                <a:lnTo order="30">
                  <a:pt x="49161" y="7408"/>
                </a:lnTo>
                <a:lnTo order="31">
                  <a:pt x="30589" y="45508"/>
                </a:lnTo>
                <a:lnTo order="32">
                  <a:pt x="29497" y="45508"/>
                </a:lnTo>
                <a:lnTo order="33">
                  <a:pt x="10925" y="6350"/>
                </a:lnTo>
                <a:lnTo order="34">
                  <a:pt x="10925" y="6350"/>
                </a:lnTo>
                <a:lnTo order="35">
                  <a:pt x="10925" y="34925"/>
                </a:lnTo>
                <a:lnTo order="36">
                  <a:pt x="10925" y="34925"/>
                </a:lnTo>
                <a:lnTo order="37">
                  <a:pt x="12017" y="40217"/>
                </a:lnTo>
                <a:lnTo order="38">
                  <a:pt x="13110" y="42333"/>
                </a:lnTo>
                <a:lnTo order="39">
                  <a:pt x="15295" y="43392"/>
                </a:lnTo>
                <a:lnTo order="40">
                  <a:pt x="19665" y="44450"/>
                </a:lnTo>
                <a:lnTo order="41">
                  <a:pt x="19665" y="46567"/>
                </a:lnTo>
                <a:lnTo order="42">
                  <a:pt x="19665" y="46567"/>
                </a:lnTo>
                <a:lnTo order="43">
                  <a:pt x="9832" y="45508"/>
                </a:lnTo>
                <a:lnTo order="44">
                  <a:pt x="9832" y="45508"/>
                </a:lnTo>
                <a:lnTo order="45">
                  <a:pt x="0" y="46567"/>
                </a:lnTo>
                <a:lnTo order="46">
                  <a:pt x="0" y="44450"/>
                </a:lnTo>
                <a:lnTo order="47">
                  <a:pt x="0" y="44450"/>
                </a:lnTo>
                <a:lnTo order="48">
                  <a:pt x="4370" y="43392"/>
                </a:lnTo>
                <a:lnTo order="49">
                  <a:pt x="6555" y="42333"/>
                </a:lnTo>
                <a:lnTo order="50">
                  <a:pt x="7647" y="40217"/>
                </a:lnTo>
                <a:lnTo order="51">
                  <a:pt x="7647" y="34925"/>
                </a:lnTo>
                <a:lnTo order="52">
                  <a:pt x="7647" y="9525"/>
                </a:lnTo>
                <a:lnTo order="53">
                  <a:pt x="7647" y="9525"/>
                </a:lnTo>
                <a:lnTo order="54">
                  <a:pt x="7647" y="5292"/>
                </a:lnTo>
                <a:lnTo order="55">
                  <a:pt x="5462" y="3175"/>
                </a:lnTo>
                <a:lnTo order="56">
                  <a:pt x="3277" y="2117"/>
                </a:lnTo>
                <a:lnTo order="57">
                  <a:pt x="0" y="2117"/>
                </a:lnTo>
                <a:lnTo order="58">
                  <a:pt x="0" y="0"/>
                </a:lnTo>
                <a:lnTo order="59">
                  <a:pt x="0" y="0"/>
                </a:lnTo>
                <a:lnTo order="60">
                  <a:pt x="8740" y="0"/>
                </a:lnTo>
                <a:lnTo order="61">
                  <a:pt x="8740" y="0"/>
                </a:lnTo>
                <a:lnTo order="62">
                  <a:pt x="17480" y="0"/>
                </a:lnTo>
                <a:lnTo order="63">
                  <a:pt x="33867" y="34925"/>
                </a:lnTo>
                <a:lnTo order="64">
                  <a:pt x="50254" y="0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15" name="Shape 15"/>
          <p:cNvSpPr/>
          <p:nvPr/>
        </p:nvSpPr>
        <p:spPr>
          <a:xfrm>
            <a:off x="9194800" y="571500"/>
            <a:ext cx="42333" cy="46567"/>
          </a:xfrm>
          <a:custGeom>
            <a:avLst/>
            <a:pathLst>
              <a:path w="42333" h="46567">
                <a:moveTo order="1">
                  <a:pt x="7228" y="11642"/>
                </a:moveTo>
                <a:lnTo order="2">
                  <a:pt x="7228" y="11642"/>
                </a:lnTo>
                <a:lnTo order="3">
                  <a:pt x="7228" y="6350"/>
                </a:lnTo>
                <a:lnTo order="4">
                  <a:pt x="6195" y="4233"/>
                </a:lnTo>
                <a:lnTo order="5">
                  <a:pt x="4130" y="2117"/>
                </a:lnTo>
                <a:lnTo order="6">
                  <a:pt x="0" y="2117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2390" y="0"/>
                </a:lnTo>
                <a:lnTo order="10">
                  <a:pt x="12390" y="0"/>
                </a:lnTo>
                <a:lnTo order="11">
                  <a:pt x="39236" y="0"/>
                </a:lnTo>
                <a:lnTo order="12">
                  <a:pt x="39236" y="11642"/>
                </a:lnTo>
                <a:lnTo order="13">
                  <a:pt x="37171" y="11642"/>
                </a:lnTo>
                <a:lnTo order="14">
                  <a:pt x="37171" y="11642"/>
                </a:lnTo>
                <a:lnTo order="15">
                  <a:pt x="36138" y="6350"/>
                </a:lnTo>
                <a:lnTo order="16">
                  <a:pt x="34073" y="4233"/>
                </a:lnTo>
                <a:lnTo order="17">
                  <a:pt x="30976" y="2117"/>
                </a:lnTo>
                <a:lnTo order="18">
                  <a:pt x="25813" y="2117"/>
                </a:lnTo>
                <a:lnTo order="19">
                  <a:pt x="17553" y="2117"/>
                </a:lnTo>
                <a:lnTo order="20">
                  <a:pt x="17553" y="2117"/>
                </a:lnTo>
                <a:lnTo order="21">
                  <a:pt x="16520" y="2117"/>
                </a:lnTo>
                <a:lnTo order="22">
                  <a:pt x="16520" y="3175"/>
                </a:lnTo>
                <a:lnTo order="23">
                  <a:pt x="16520" y="21167"/>
                </a:lnTo>
                <a:lnTo order="24">
                  <a:pt x="16520" y="21167"/>
                </a:lnTo>
                <a:lnTo order="25">
                  <a:pt x="21683" y="20108"/>
                </a:lnTo>
                <a:lnTo order="26">
                  <a:pt x="24780" y="19050"/>
                </a:lnTo>
                <a:lnTo order="27">
                  <a:pt x="26846" y="15875"/>
                </a:lnTo>
                <a:lnTo order="28">
                  <a:pt x="27878" y="10583"/>
                </a:lnTo>
                <a:lnTo order="29">
                  <a:pt x="29943" y="10583"/>
                </a:lnTo>
                <a:lnTo order="30">
                  <a:pt x="29943" y="10583"/>
                </a:lnTo>
                <a:lnTo order="31">
                  <a:pt x="28911" y="21167"/>
                </a:lnTo>
                <a:lnTo order="32">
                  <a:pt x="28911" y="21167"/>
                </a:lnTo>
                <a:lnTo order="33">
                  <a:pt x="29943" y="31750"/>
                </a:lnTo>
                <a:lnTo order="34">
                  <a:pt x="27878" y="31750"/>
                </a:lnTo>
                <a:lnTo order="35">
                  <a:pt x="27878" y="31750"/>
                </a:lnTo>
                <a:lnTo order="36">
                  <a:pt x="26846" y="26458"/>
                </a:lnTo>
                <a:lnTo order="37">
                  <a:pt x="24780" y="24342"/>
                </a:lnTo>
                <a:lnTo order="38">
                  <a:pt x="21683" y="23283"/>
                </a:lnTo>
                <a:lnTo order="39">
                  <a:pt x="16520" y="23283"/>
                </a:lnTo>
                <a:lnTo order="40">
                  <a:pt x="16520" y="37042"/>
                </a:lnTo>
                <a:lnTo order="41">
                  <a:pt x="16520" y="37042"/>
                </a:lnTo>
                <a:lnTo order="42">
                  <a:pt x="16520" y="40217"/>
                </a:lnTo>
                <a:lnTo order="43">
                  <a:pt x="18585" y="42333"/>
                </a:lnTo>
                <a:lnTo order="44">
                  <a:pt x="21683" y="43392"/>
                </a:lnTo>
                <a:lnTo order="45">
                  <a:pt x="25813" y="44450"/>
                </a:lnTo>
                <a:lnTo order="46">
                  <a:pt x="25813" y="44450"/>
                </a:lnTo>
                <a:lnTo order="47">
                  <a:pt x="32008" y="43392"/>
                </a:lnTo>
                <a:lnTo order="48">
                  <a:pt x="36138" y="42333"/>
                </a:lnTo>
                <a:lnTo order="49">
                  <a:pt x="39236" y="39158"/>
                </a:lnTo>
                <a:lnTo order="50">
                  <a:pt x="40268" y="33867"/>
                </a:lnTo>
                <a:lnTo order="51">
                  <a:pt x="42333" y="33867"/>
                </a:lnTo>
                <a:lnTo order="52">
                  <a:pt x="42333" y="46567"/>
                </a:lnTo>
                <a:lnTo order="53">
                  <a:pt x="42333" y="46567"/>
                </a:lnTo>
                <a:lnTo order="54">
                  <a:pt x="12390" y="45508"/>
                </a:lnTo>
                <a:lnTo order="55">
                  <a:pt x="12390" y="45508"/>
                </a:lnTo>
                <a:lnTo order="56">
                  <a:pt x="0" y="46567"/>
                </a:lnTo>
                <a:lnTo order="57">
                  <a:pt x="0" y="44450"/>
                </a:lnTo>
                <a:lnTo order="58">
                  <a:pt x="0" y="44450"/>
                </a:lnTo>
                <a:lnTo order="59">
                  <a:pt x="4130" y="43392"/>
                </a:lnTo>
                <a:lnTo order="60">
                  <a:pt x="6195" y="42333"/>
                </a:lnTo>
                <a:lnTo order="61">
                  <a:pt x="7228" y="39158"/>
                </a:lnTo>
                <a:lnTo order="62">
                  <a:pt x="7228" y="34925"/>
                </a:lnTo>
                <a:lnTo order="63">
                  <a:pt x="7228" y="11642"/>
                </a:lnTo>
                <a:close order="64"/>
              </a:path>
            </a:pathLst>
          </a:custGeom>
          <a:solidFill>
            <a:srgbClr val="2A3E6B"/>
          </a:solidFill>
        </p:spPr>
      </p:sp>
      <p:sp>
        <p:nvSpPr>
          <p:cNvPr id="16" name="Shape 16"/>
          <p:cNvSpPr/>
          <p:nvPr/>
        </p:nvSpPr>
        <p:spPr>
          <a:xfrm>
            <a:off x="9245600" y="571500"/>
            <a:ext cx="55033" cy="46567"/>
          </a:xfrm>
          <a:custGeom>
            <a:avLst/>
            <a:pathLst>
              <a:path w="55033" h="46567">
                <a:moveTo order="1">
                  <a:pt x="46567" y="46567"/>
                </a:moveTo>
                <a:lnTo order="2">
                  <a:pt x="43392" y="46567"/>
                </a:lnTo>
                <a:lnTo order="3">
                  <a:pt x="11642" y="9313"/>
                </a:lnTo>
                <a:lnTo order="4">
                  <a:pt x="11642" y="9313"/>
                </a:lnTo>
                <a:lnTo order="5">
                  <a:pt x="11642" y="34149"/>
                </a:lnTo>
                <a:lnTo order="6">
                  <a:pt x="11642" y="34149"/>
                </a:lnTo>
                <a:lnTo order="7">
                  <a:pt x="11642" y="39323"/>
                </a:lnTo>
                <a:lnTo order="8">
                  <a:pt x="12700" y="41393"/>
                </a:lnTo>
                <a:lnTo order="9">
                  <a:pt x="15875" y="42427"/>
                </a:lnTo>
                <a:lnTo order="10">
                  <a:pt x="20108" y="43462"/>
                </a:lnTo>
                <a:lnTo order="11">
                  <a:pt x="20108" y="45532"/>
                </a:lnTo>
                <a:lnTo order="12">
                  <a:pt x="20108" y="45532"/>
                </a:lnTo>
                <a:lnTo order="13">
                  <a:pt x="9525" y="44497"/>
                </a:lnTo>
                <a:lnTo order="14">
                  <a:pt x="9525" y="44497"/>
                </a:lnTo>
                <a:lnTo order="15">
                  <a:pt x="0" y="45532"/>
                </a:lnTo>
                <a:lnTo order="16">
                  <a:pt x="0" y="43462"/>
                </a:lnTo>
                <a:lnTo order="17">
                  <a:pt x="0" y="43462"/>
                </a:lnTo>
                <a:lnTo order="18">
                  <a:pt x="4233" y="42427"/>
                </a:lnTo>
                <a:lnTo order="19">
                  <a:pt x="7408" y="41393"/>
                </a:lnTo>
                <a:lnTo order="20">
                  <a:pt x="8467" y="39323"/>
                </a:lnTo>
                <a:lnTo order="21">
                  <a:pt x="8467" y="34149"/>
                </a:lnTo>
                <a:lnTo order="22">
                  <a:pt x="8467" y="5174"/>
                </a:lnTo>
                <a:lnTo order="23">
                  <a:pt x="8467" y="5174"/>
                </a:lnTo>
                <a:lnTo order="24">
                  <a:pt x="7408" y="4139"/>
                </a:lnTo>
                <a:lnTo order="25">
                  <a:pt x="5292" y="3104"/>
                </a:lnTo>
                <a:lnTo order="26">
                  <a:pt x="1058" y="2070"/>
                </a:lnTo>
                <a:lnTo order="27">
                  <a:pt x="1058" y="0"/>
                </a:lnTo>
                <a:lnTo order="28">
                  <a:pt x="1058" y="0"/>
                </a:lnTo>
                <a:lnTo order="29">
                  <a:pt x="6350" y="0"/>
                </a:lnTo>
                <a:lnTo order="30">
                  <a:pt x="6350" y="0"/>
                </a:lnTo>
                <a:lnTo order="31">
                  <a:pt x="14817" y="0"/>
                </a:lnTo>
                <a:lnTo order="32">
                  <a:pt x="43392" y="34149"/>
                </a:lnTo>
                <a:lnTo order="33">
                  <a:pt x="43392" y="34149"/>
                </a:lnTo>
                <a:lnTo order="34">
                  <a:pt x="43392" y="10348"/>
                </a:lnTo>
                <a:lnTo order="35">
                  <a:pt x="43392" y="10348"/>
                </a:lnTo>
                <a:lnTo order="36">
                  <a:pt x="43392" y="6209"/>
                </a:lnTo>
                <a:lnTo order="37">
                  <a:pt x="42333" y="3104"/>
                </a:lnTo>
                <a:lnTo order="38">
                  <a:pt x="39158" y="2070"/>
                </a:lnTo>
                <a:lnTo order="39">
                  <a:pt x="35983" y="2070"/>
                </a:lnTo>
                <a:lnTo order="40">
                  <a:pt x="35983" y="0"/>
                </a:lnTo>
                <a:lnTo order="41">
                  <a:pt x="35983" y="0"/>
                </a:lnTo>
                <a:lnTo order="42">
                  <a:pt x="45508" y="0"/>
                </a:lnTo>
                <a:lnTo order="43">
                  <a:pt x="45508" y="0"/>
                </a:lnTo>
                <a:lnTo order="44">
                  <a:pt x="55033" y="0"/>
                </a:lnTo>
                <a:lnTo order="45">
                  <a:pt x="55033" y="2070"/>
                </a:lnTo>
                <a:lnTo order="46">
                  <a:pt x="55033" y="2070"/>
                </a:lnTo>
                <a:lnTo order="47">
                  <a:pt x="50800" y="2070"/>
                </a:lnTo>
                <a:lnTo order="48">
                  <a:pt x="48683" y="3104"/>
                </a:lnTo>
                <a:lnTo order="49">
                  <a:pt x="47625" y="6209"/>
                </a:lnTo>
                <a:lnTo order="50">
                  <a:pt x="46567" y="10348"/>
                </a:lnTo>
                <a:lnTo order="51">
                  <a:pt x="46567" y="46567"/>
                </a:lnTo>
                <a:close order="52"/>
              </a:path>
            </a:pathLst>
          </a:custGeom>
          <a:solidFill>
            <a:srgbClr val="2A3E6B"/>
          </a:solidFill>
        </p:spPr>
      </p:sp>
      <p:sp>
        <p:nvSpPr>
          <p:cNvPr id="17" name="Shape 17"/>
          <p:cNvSpPr/>
          <p:nvPr/>
        </p:nvSpPr>
        <p:spPr>
          <a:xfrm>
            <a:off x="9304867" y="571500"/>
            <a:ext cx="50800" cy="46567"/>
          </a:xfrm>
          <a:custGeom>
            <a:avLst/>
            <a:pathLst>
              <a:path w="50800" h="46567">
                <a:moveTo order="1">
                  <a:pt x="30264" y="34925"/>
                </a:moveTo>
                <a:lnTo order="2">
                  <a:pt x="30264" y="34925"/>
                </a:lnTo>
                <a:lnTo order="3">
                  <a:pt x="30264" y="39158"/>
                </a:lnTo>
                <a:lnTo order="4">
                  <a:pt x="31345" y="42333"/>
                </a:lnTo>
                <a:lnTo order="5">
                  <a:pt x="33506" y="43392"/>
                </a:lnTo>
                <a:lnTo order="6">
                  <a:pt x="37830" y="44450"/>
                </a:lnTo>
                <a:lnTo order="7">
                  <a:pt x="37830" y="46567"/>
                </a:lnTo>
                <a:lnTo order="8">
                  <a:pt x="37830" y="46567"/>
                </a:lnTo>
                <a:lnTo order="9">
                  <a:pt x="25940" y="45508"/>
                </a:lnTo>
                <a:lnTo order="10">
                  <a:pt x="25940" y="45508"/>
                </a:lnTo>
                <a:lnTo order="11">
                  <a:pt x="12970" y="46567"/>
                </a:lnTo>
                <a:lnTo order="12">
                  <a:pt x="12970" y="44450"/>
                </a:lnTo>
                <a:lnTo order="13">
                  <a:pt x="12970" y="44450"/>
                </a:lnTo>
                <a:lnTo order="14">
                  <a:pt x="17294" y="43392"/>
                </a:lnTo>
                <a:lnTo order="15">
                  <a:pt x="20536" y="42333"/>
                </a:lnTo>
                <a:lnTo order="16">
                  <a:pt x="20536" y="39158"/>
                </a:lnTo>
                <a:lnTo order="17">
                  <a:pt x="21617" y="34925"/>
                </a:lnTo>
                <a:lnTo order="18">
                  <a:pt x="21617" y="4233"/>
                </a:lnTo>
                <a:lnTo order="19">
                  <a:pt x="21617" y="4233"/>
                </a:lnTo>
                <a:lnTo order="20">
                  <a:pt x="20536" y="3175"/>
                </a:lnTo>
                <a:lnTo order="21">
                  <a:pt x="18374" y="2117"/>
                </a:lnTo>
                <a:lnTo order="22">
                  <a:pt x="12970" y="2117"/>
                </a:lnTo>
                <a:lnTo order="23">
                  <a:pt x="12970" y="2117"/>
                </a:lnTo>
                <a:lnTo order="24">
                  <a:pt x="7566" y="3175"/>
                </a:lnTo>
                <a:lnTo order="25">
                  <a:pt x="4323" y="5292"/>
                </a:lnTo>
                <a:lnTo order="26">
                  <a:pt x="3243" y="7408"/>
                </a:lnTo>
                <a:lnTo order="27">
                  <a:pt x="2162" y="11642"/>
                </a:lnTo>
                <a:lnTo order="28">
                  <a:pt x="0" y="11642"/>
                </a:lnTo>
                <a:lnTo order="29">
                  <a:pt x="0" y="0"/>
                </a:lnTo>
                <a:lnTo order="30">
                  <a:pt x="0" y="0"/>
                </a:lnTo>
                <a:lnTo order="31">
                  <a:pt x="25940" y="0"/>
                </a:lnTo>
                <a:lnTo order="32">
                  <a:pt x="25940" y="0"/>
                </a:lnTo>
                <a:lnTo order="33">
                  <a:pt x="50800" y="0"/>
                </a:lnTo>
                <a:lnTo order="34">
                  <a:pt x="50800" y="11642"/>
                </a:lnTo>
                <a:lnTo order="35">
                  <a:pt x="48638" y="11642"/>
                </a:lnTo>
                <a:lnTo order="36">
                  <a:pt x="48638" y="11642"/>
                </a:lnTo>
                <a:lnTo order="37">
                  <a:pt x="48638" y="7408"/>
                </a:lnTo>
                <a:lnTo order="38">
                  <a:pt x="46477" y="5292"/>
                </a:lnTo>
                <a:lnTo order="39">
                  <a:pt x="43234" y="3175"/>
                </a:lnTo>
                <a:lnTo order="40">
                  <a:pt x="38911" y="2117"/>
                </a:lnTo>
                <a:lnTo order="41">
                  <a:pt x="33506" y="2117"/>
                </a:lnTo>
                <a:lnTo order="42">
                  <a:pt x="33506" y="2117"/>
                </a:lnTo>
                <a:lnTo order="43">
                  <a:pt x="31345" y="3175"/>
                </a:lnTo>
                <a:lnTo order="44">
                  <a:pt x="30264" y="4233"/>
                </a:lnTo>
                <a:lnTo order="45">
                  <a:pt x="30264" y="34925"/>
                </a:lnTo>
                <a:close order="46"/>
              </a:path>
            </a:pathLst>
          </a:custGeom>
          <a:solidFill>
            <a:srgbClr val="2A3E6B"/>
          </a:solidFill>
        </p:spPr>
      </p:sp>
      <p:sp>
        <p:nvSpPr>
          <p:cNvPr id="18" name="Shape 18"/>
          <p:cNvSpPr/>
          <p:nvPr/>
        </p:nvSpPr>
        <p:spPr>
          <a:xfrm>
            <a:off x="9385300" y="571500"/>
            <a:ext cx="55033" cy="50800"/>
          </a:xfrm>
          <a:custGeom>
            <a:avLst/>
            <a:pathLst>
              <a:path w="55033" h="50800">
                <a:moveTo order="1">
                  <a:pt x="43163" y="1104"/>
                </a:moveTo>
                <a:lnTo order="2">
                  <a:pt x="44242" y="1104"/>
                </a:lnTo>
                <a:lnTo order="3">
                  <a:pt x="45322" y="15461"/>
                </a:lnTo>
                <a:lnTo order="4">
                  <a:pt x="43163" y="15461"/>
                </a:lnTo>
                <a:lnTo order="5">
                  <a:pt x="43163" y="15461"/>
                </a:lnTo>
                <a:lnTo order="6">
                  <a:pt x="41005" y="9939"/>
                </a:lnTo>
                <a:lnTo order="7">
                  <a:pt x="37768" y="5522"/>
                </a:lnTo>
                <a:lnTo order="8">
                  <a:pt x="33452" y="3313"/>
                </a:lnTo>
                <a:lnTo order="9">
                  <a:pt x="28056" y="2209"/>
                </a:lnTo>
                <a:lnTo order="10">
                  <a:pt x="28056" y="2209"/>
                </a:lnTo>
                <a:lnTo order="11">
                  <a:pt x="23740" y="2209"/>
                </a:lnTo>
                <a:lnTo order="12">
                  <a:pt x="19424" y="4417"/>
                </a:lnTo>
                <a:lnTo order="13">
                  <a:pt x="16186" y="6626"/>
                </a:lnTo>
                <a:lnTo order="14">
                  <a:pt x="14028" y="9939"/>
                </a:lnTo>
                <a:lnTo order="15">
                  <a:pt x="12949" y="13252"/>
                </a:lnTo>
                <a:lnTo order="16">
                  <a:pt x="11870" y="16565"/>
                </a:lnTo>
                <a:lnTo order="17">
                  <a:pt x="10791" y="25400"/>
                </a:lnTo>
                <a:lnTo order="18">
                  <a:pt x="10791" y="25400"/>
                </a:lnTo>
                <a:lnTo order="19">
                  <a:pt x="11870" y="33130"/>
                </a:lnTo>
                <a:lnTo order="20">
                  <a:pt x="12949" y="37548"/>
                </a:lnTo>
                <a:lnTo order="21">
                  <a:pt x="14028" y="40861"/>
                </a:lnTo>
                <a:lnTo order="22">
                  <a:pt x="16186" y="44174"/>
                </a:lnTo>
                <a:lnTo order="23">
                  <a:pt x="19424" y="46383"/>
                </a:lnTo>
                <a:lnTo order="24">
                  <a:pt x="22661" y="47487"/>
                </a:lnTo>
                <a:lnTo order="25">
                  <a:pt x="26977" y="48591"/>
                </a:lnTo>
                <a:lnTo order="26">
                  <a:pt x="26977" y="48591"/>
                </a:lnTo>
                <a:lnTo order="27">
                  <a:pt x="33452" y="47487"/>
                </a:lnTo>
                <a:lnTo order="28">
                  <a:pt x="36689" y="45278"/>
                </a:lnTo>
                <a:lnTo order="29">
                  <a:pt x="38847" y="40861"/>
                </a:lnTo>
                <a:lnTo order="30">
                  <a:pt x="39926" y="37548"/>
                </a:lnTo>
                <a:lnTo order="31">
                  <a:pt x="39926" y="37548"/>
                </a:lnTo>
                <a:lnTo order="32">
                  <a:pt x="38847" y="34235"/>
                </a:lnTo>
                <a:lnTo order="33">
                  <a:pt x="37768" y="33130"/>
                </a:lnTo>
                <a:lnTo order="34">
                  <a:pt x="35610" y="32026"/>
                </a:lnTo>
                <a:lnTo order="35">
                  <a:pt x="32373" y="30922"/>
                </a:lnTo>
                <a:lnTo order="36">
                  <a:pt x="32373" y="29817"/>
                </a:lnTo>
                <a:lnTo order="37">
                  <a:pt x="55033" y="29817"/>
                </a:lnTo>
                <a:lnTo order="38">
                  <a:pt x="55033" y="30922"/>
                </a:lnTo>
                <a:lnTo order="39">
                  <a:pt x="55033" y="30922"/>
                </a:lnTo>
                <a:lnTo order="40">
                  <a:pt x="51796" y="32026"/>
                </a:lnTo>
                <a:lnTo order="41">
                  <a:pt x="49638" y="32026"/>
                </a:lnTo>
                <a:lnTo order="42">
                  <a:pt x="48559" y="34235"/>
                </a:lnTo>
                <a:lnTo order="43">
                  <a:pt x="48559" y="36443"/>
                </a:lnTo>
                <a:lnTo order="44">
                  <a:pt x="48559" y="44174"/>
                </a:lnTo>
                <a:lnTo order="45">
                  <a:pt x="48559" y="44174"/>
                </a:lnTo>
                <a:lnTo order="46">
                  <a:pt x="43163" y="45278"/>
                </a:lnTo>
                <a:lnTo order="47">
                  <a:pt x="37768" y="47487"/>
                </a:lnTo>
                <a:lnTo order="48">
                  <a:pt x="32373" y="49696"/>
                </a:lnTo>
                <a:lnTo order="49">
                  <a:pt x="25898" y="50800"/>
                </a:lnTo>
                <a:lnTo order="50">
                  <a:pt x="25898" y="50800"/>
                </a:lnTo>
                <a:lnTo order="51">
                  <a:pt x="19424" y="49696"/>
                </a:lnTo>
                <a:lnTo order="52">
                  <a:pt x="14028" y="48591"/>
                </a:lnTo>
                <a:lnTo order="53">
                  <a:pt x="10791" y="46383"/>
                </a:lnTo>
                <a:lnTo order="54">
                  <a:pt x="6475" y="44174"/>
                </a:lnTo>
                <a:lnTo order="55">
                  <a:pt x="4316" y="39757"/>
                </a:lnTo>
                <a:lnTo order="56">
                  <a:pt x="2158" y="36443"/>
                </a:lnTo>
                <a:lnTo order="57">
                  <a:pt x="1079" y="30922"/>
                </a:lnTo>
                <a:lnTo order="58">
                  <a:pt x="0" y="25400"/>
                </a:lnTo>
                <a:lnTo order="59">
                  <a:pt x="0" y="25400"/>
                </a:lnTo>
                <a:lnTo order="60">
                  <a:pt x="1079" y="19878"/>
                </a:lnTo>
                <a:lnTo order="61">
                  <a:pt x="2158" y="14357"/>
                </a:lnTo>
                <a:lnTo order="62">
                  <a:pt x="4316" y="11043"/>
                </a:lnTo>
                <a:lnTo order="63">
                  <a:pt x="7554" y="6626"/>
                </a:lnTo>
                <a:lnTo order="64">
                  <a:pt x="11870" y="4417"/>
                </a:lnTo>
                <a:lnTo order="65">
                  <a:pt x="16186" y="2209"/>
                </a:lnTo>
                <a:lnTo order="66">
                  <a:pt x="20503" y="0"/>
                </a:lnTo>
                <a:lnTo order="67">
                  <a:pt x="26977" y="0"/>
                </a:lnTo>
                <a:lnTo order="68">
                  <a:pt x="26977" y="0"/>
                </a:lnTo>
                <a:lnTo order="69">
                  <a:pt x="34531" y="1104"/>
                </a:lnTo>
                <a:lnTo order="70">
                  <a:pt x="42084" y="3313"/>
                </a:lnTo>
                <a:lnTo order="71">
                  <a:pt x="43163" y="1104"/>
                </a:lnTo>
                <a:close order="72"/>
              </a:path>
            </a:pathLst>
          </a:custGeom>
          <a:solidFill>
            <a:srgbClr val="2A3E6B"/>
          </a:solidFill>
        </p:spPr>
      </p:sp>
      <p:sp>
        <p:nvSpPr>
          <p:cNvPr id="19" name="Shape 19"/>
          <p:cNvSpPr/>
          <p:nvPr/>
        </p:nvSpPr>
        <p:spPr>
          <a:xfrm>
            <a:off x="9440333" y="571500"/>
            <a:ext cx="50800" cy="46567"/>
          </a:xfrm>
          <a:custGeom>
            <a:avLst/>
            <a:pathLst>
              <a:path w="50800" h="46567">
                <a:moveTo order="1">
                  <a:pt x="7408" y="11642"/>
                </a:moveTo>
                <a:lnTo order="2">
                  <a:pt x="7408" y="11642"/>
                </a:lnTo>
                <a:lnTo order="3">
                  <a:pt x="7408" y="6350"/>
                </a:lnTo>
                <a:lnTo order="4">
                  <a:pt x="6350" y="4233"/>
                </a:lnTo>
                <a:lnTo order="5">
                  <a:pt x="4233" y="2117"/>
                </a:lnTo>
                <a:lnTo order="6">
                  <a:pt x="0" y="2117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1642" y="0"/>
                </a:lnTo>
                <a:lnTo order="10">
                  <a:pt x="11642" y="0"/>
                </a:lnTo>
                <a:lnTo order="11">
                  <a:pt x="24342" y="0"/>
                </a:lnTo>
                <a:lnTo order="12">
                  <a:pt x="24342" y="0"/>
                </a:lnTo>
                <a:lnTo order="13">
                  <a:pt x="31750" y="1058"/>
                </a:lnTo>
                <a:lnTo order="14">
                  <a:pt x="37042" y="2117"/>
                </a:lnTo>
                <a:lnTo order="15">
                  <a:pt x="40217" y="4233"/>
                </a:lnTo>
                <a:lnTo order="16">
                  <a:pt x="41275" y="6350"/>
                </a:lnTo>
                <a:lnTo order="17">
                  <a:pt x="42333" y="8467"/>
                </a:lnTo>
                <a:lnTo order="18">
                  <a:pt x="43392" y="11642"/>
                </a:lnTo>
                <a:lnTo order="19">
                  <a:pt x="43392" y="11642"/>
                </a:lnTo>
                <a:lnTo order="20">
                  <a:pt x="42333" y="15875"/>
                </a:lnTo>
                <a:lnTo order="21">
                  <a:pt x="39158" y="20108"/>
                </a:lnTo>
                <a:lnTo order="22">
                  <a:pt x="34925" y="22225"/>
                </a:lnTo>
                <a:lnTo order="23">
                  <a:pt x="28575" y="23283"/>
                </a:lnTo>
                <a:lnTo order="24">
                  <a:pt x="41275" y="38100"/>
                </a:lnTo>
                <a:lnTo order="25">
                  <a:pt x="41275" y="38100"/>
                </a:lnTo>
                <a:lnTo order="26">
                  <a:pt x="45508" y="42333"/>
                </a:lnTo>
                <a:lnTo order="27">
                  <a:pt x="47625" y="43392"/>
                </a:lnTo>
                <a:lnTo order="28">
                  <a:pt x="50800" y="44450"/>
                </a:lnTo>
                <a:lnTo order="29">
                  <a:pt x="50800" y="46567"/>
                </a:lnTo>
                <a:lnTo order="30">
                  <a:pt x="50800" y="46567"/>
                </a:lnTo>
                <a:lnTo order="31">
                  <a:pt x="44450" y="45508"/>
                </a:lnTo>
                <a:lnTo order="32">
                  <a:pt x="44450" y="45508"/>
                </a:lnTo>
                <a:lnTo order="33">
                  <a:pt x="37042" y="46567"/>
                </a:lnTo>
                <a:lnTo order="34">
                  <a:pt x="22225" y="27517"/>
                </a:lnTo>
                <a:lnTo order="35">
                  <a:pt x="22225" y="27517"/>
                </a:lnTo>
                <a:lnTo order="36">
                  <a:pt x="20108" y="25400"/>
                </a:lnTo>
                <a:lnTo order="37">
                  <a:pt x="15875" y="25400"/>
                </a:lnTo>
                <a:lnTo order="38">
                  <a:pt x="15875" y="34925"/>
                </a:lnTo>
                <a:lnTo order="39">
                  <a:pt x="15875" y="34925"/>
                </a:lnTo>
                <a:lnTo order="40">
                  <a:pt x="15875" y="39158"/>
                </a:lnTo>
                <a:lnTo order="41">
                  <a:pt x="16933" y="42333"/>
                </a:lnTo>
                <a:lnTo order="42">
                  <a:pt x="19050" y="43392"/>
                </a:lnTo>
                <a:lnTo order="43">
                  <a:pt x="24342" y="44450"/>
                </a:lnTo>
                <a:lnTo order="44">
                  <a:pt x="24342" y="46567"/>
                </a:lnTo>
                <a:lnTo order="45">
                  <a:pt x="24342" y="46567"/>
                </a:lnTo>
                <a:lnTo order="46">
                  <a:pt x="11642" y="45508"/>
                </a:lnTo>
                <a:lnTo order="47">
                  <a:pt x="11642" y="45508"/>
                </a:lnTo>
                <a:lnTo order="48">
                  <a:pt x="0" y="46567"/>
                </a:lnTo>
                <a:lnTo order="49">
                  <a:pt x="0" y="44450"/>
                </a:lnTo>
                <a:lnTo order="50">
                  <a:pt x="0" y="44450"/>
                </a:lnTo>
                <a:lnTo order="51">
                  <a:pt x="4233" y="43392"/>
                </a:lnTo>
                <a:lnTo order="52">
                  <a:pt x="6350" y="42333"/>
                </a:lnTo>
                <a:lnTo order="53">
                  <a:pt x="7408" y="39158"/>
                </a:lnTo>
                <a:lnTo order="54">
                  <a:pt x="7408" y="34925"/>
                </a:lnTo>
                <a:lnTo order="55">
                  <a:pt x="7408" y="11642"/>
                </a:lnTo>
                <a:close order="56"/>
                <a:moveTo order="57">
                  <a:pt x="15875" y="23283"/>
                </a:moveTo>
                <a:lnTo order="58">
                  <a:pt x="20108" y="23283"/>
                </a:lnTo>
                <a:lnTo order="59">
                  <a:pt x="20108" y="23283"/>
                </a:lnTo>
                <a:lnTo order="60">
                  <a:pt x="25400" y="22225"/>
                </a:lnTo>
                <a:lnTo order="61">
                  <a:pt x="29633" y="20108"/>
                </a:lnTo>
                <a:lnTo order="62">
                  <a:pt x="31750" y="16933"/>
                </a:lnTo>
                <a:lnTo order="63">
                  <a:pt x="32808" y="12700"/>
                </a:lnTo>
                <a:lnTo order="64">
                  <a:pt x="32808" y="12700"/>
                </a:lnTo>
                <a:lnTo order="65">
                  <a:pt x="31750" y="8467"/>
                </a:lnTo>
                <a:lnTo order="66">
                  <a:pt x="29633" y="4233"/>
                </a:lnTo>
                <a:lnTo order="67">
                  <a:pt x="26458" y="3175"/>
                </a:lnTo>
                <a:lnTo order="68">
                  <a:pt x="21167" y="2117"/>
                </a:lnTo>
                <a:lnTo order="69">
                  <a:pt x="21167" y="2117"/>
                </a:lnTo>
                <a:lnTo order="70">
                  <a:pt x="17992" y="2117"/>
                </a:lnTo>
                <a:lnTo order="71">
                  <a:pt x="16933" y="3175"/>
                </a:lnTo>
                <a:lnTo order="72">
                  <a:pt x="15875" y="4233"/>
                </a:lnTo>
                <a:lnTo order="73">
                  <a:pt x="15875" y="23283"/>
                </a:lnTo>
                <a:close order="74"/>
              </a:path>
            </a:pathLst>
          </a:custGeom>
          <a:solidFill>
            <a:srgbClr val="2A3E6B"/>
          </a:solidFill>
        </p:spPr>
      </p:sp>
      <p:sp>
        <p:nvSpPr>
          <p:cNvPr id="20" name="Shape 20"/>
          <p:cNvSpPr/>
          <p:nvPr/>
        </p:nvSpPr>
        <p:spPr>
          <a:xfrm>
            <a:off x="9495367" y="571500"/>
            <a:ext cx="50800" cy="50800"/>
          </a:xfrm>
          <a:custGeom>
            <a:avLst/>
            <a:pathLst>
              <a:path w="50800" h="50800">
                <a:moveTo order="1">
                  <a:pt x="24882" y="50800"/>
                </a:moveTo>
                <a:lnTo order="2">
                  <a:pt x="24882" y="50800"/>
                </a:lnTo>
                <a:lnTo order="3">
                  <a:pt x="19698" y="49696"/>
                </a:lnTo>
                <a:lnTo order="4">
                  <a:pt x="14514" y="48591"/>
                </a:lnTo>
                <a:lnTo order="5">
                  <a:pt x="10367" y="46383"/>
                </a:lnTo>
                <a:lnTo order="6">
                  <a:pt x="7257" y="43070"/>
                </a:lnTo>
                <a:lnTo order="7">
                  <a:pt x="4147" y="39757"/>
                </a:lnTo>
                <a:lnTo order="8">
                  <a:pt x="2073" y="35339"/>
                </a:lnTo>
                <a:lnTo order="9">
                  <a:pt x="1037" y="30922"/>
                </a:lnTo>
                <a:lnTo order="10">
                  <a:pt x="0" y="25400"/>
                </a:lnTo>
                <a:lnTo order="11">
                  <a:pt x="0" y="25400"/>
                </a:lnTo>
                <a:lnTo order="12">
                  <a:pt x="1037" y="19878"/>
                </a:lnTo>
                <a:lnTo order="13">
                  <a:pt x="2073" y="15461"/>
                </a:lnTo>
                <a:lnTo order="14">
                  <a:pt x="4147" y="11043"/>
                </a:lnTo>
                <a:lnTo order="15">
                  <a:pt x="7257" y="6626"/>
                </a:lnTo>
                <a:lnTo order="16">
                  <a:pt x="10367" y="4417"/>
                </a:lnTo>
                <a:lnTo order="17">
                  <a:pt x="14514" y="2209"/>
                </a:lnTo>
                <a:lnTo order="18">
                  <a:pt x="19698" y="0"/>
                </a:lnTo>
                <a:lnTo order="19">
                  <a:pt x="24882" y="0"/>
                </a:lnTo>
                <a:lnTo order="20">
                  <a:pt x="24882" y="0"/>
                </a:lnTo>
                <a:lnTo order="21">
                  <a:pt x="31102" y="0"/>
                </a:lnTo>
                <a:lnTo order="22">
                  <a:pt x="36286" y="2209"/>
                </a:lnTo>
                <a:lnTo order="23">
                  <a:pt x="40433" y="4417"/>
                </a:lnTo>
                <a:lnTo order="24">
                  <a:pt x="43543" y="6626"/>
                </a:lnTo>
                <a:lnTo order="25">
                  <a:pt x="46653" y="11043"/>
                </a:lnTo>
                <a:lnTo order="26">
                  <a:pt x="48727" y="15461"/>
                </a:lnTo>
                <a:lnTo order="27">
                  <a:pt x="49763" y="19878"/>
                </a:lnTo>
                <a:lnTo order="28">
                  <a:pt x="50800" y="25400"/>
                </a:lnTo>
                <a:lnTo order="29">
                  <a:pt x="50800" y="25400"/>
                </a:lnTo>
                <a:lnTo order="30">
                  <a:pt x="49763" y="30922"/>
                </a:lnTo>
                <a:lnTo order="31">
                  <a:pt x="48727" y="35339"/>
                </a:lnTo>
                <a:lnTo order="32">
                  <a:pt x="46653" y="39757"/>
                </a:lnTo>
                <a:lnTo order="33">
                  <a:pt x="43543" y="43070"/>
                </a:lnTo>
                <a:lnTo order="34">
                  <a:pt x="40433" y="46383"/>
                </a:lnTo>
                <a:lnTo order="35">
                  <a:pt x="36286" y="48591"/>
                </a:lnTo>
                <a:lnTo order="36">
                  <a:pt x="31102" y="49696"/>
                </a:lnTo>
                <a:lnTo order="37">
                  <a:pt x="24882" y="50800"/>
                </a:lnTo>
                <a:lnTo order="38">
                  <a:pt x="24882" y="50800"/>
                </a:lnTo>
                <a:close order="39"/>
                <a:moveTo order="40">
                  <a:pt x="24882" y="2209"/>
                </a:moveTo>
                <a:lnTo order="41">
                  <a:pt x="24882" y="2209"/>
                </a:lnTo>
                <a:lnTo order="42">
                  <a:pt x="21771" y="2209"/>
                </a:lnTo>
                <a:lnTo order="43">
                  <a:pt x="17624" y="4417"/>
                </a:lnTo>
                <a:lnTo order="44">
                  <a:pt x="15551" y="6626"/>
                </a:lnTo>
                <a:lnTo order="45">
                  <a:pt x="13478" y="8835"/>
                </a:lnTo>
                <a:lnTo order="46">
                  <a:pt x="10367" y="16565"/>
                </a:lnTo>
                <a:lnTo order="47">
                  <a:pt x="10367" y="25400"/>
                </a:lnTo>
                <a:lnTo order="48">
                  <a:pt x="10367" y="25400"/>
                </a:lnTo>
                <a:lnTo order="49">
                  <a:pt x="10367" y="34235"/>
                </a:lnTo>
                <a:lnTo order="50">
                  <a:pt x="13478" y="40861"/>
                </a:lnTo>
                <a:lnTo order="51">
                  <a:pt x="15551" y="44174"/>
                </a:lnTo>
                <a:lnTo order="52">
                  <a:pt x="17624" y="46383"/>
                </a:lnTo>
                <a:lnTo order="53">
                  <a:pt x="21771" y="47487"/>
                </a:lnTo>
                <a:lnTo order="54">
                  <a:pt x="24882" y="48591"/>
                </a:lnTo>
                <a:lnTo order="55">
                  <a:pt x="24882" y="48591"/>
                </a:lnTo>
                <a:lnTo order="56">
                  <a:pt x="29029" y="47487"/>
                </a:lnTo>
                <a:lnTo order="57">
                  <a:pt x="32139" y="46383"/>
                </a:lnTo>
                <a:lnTo order="58">
                  <a:pt x="35249" y="44174"/>
                </a:lnTo>
                <a:lnTo order="59">
                  <a:pt x="37322" y="40861"/>
                </a:lnTo>
                <a:lnTo order="60">
                  <a:pt x="38359" y="37548"/>
                </a:lnTo>
                <a:lnTo order="61">
                  <a:pt x="39396" y="34235"/>
                </a:lnTo>
                <a:lnTo order="62">
                  <a:pt x="40433" y="25400"/>
                </a:lnTo>
                <a:lnTo order="63">
                  <a:pt x="40433" y="25400"/>
                </a:lnTo>
                <a:lnTo order="64">
                  <a:pt x="39396" y="16565"/>
                </a:lnTo>
                <a:lnTo order="65">
                  <a:pt x="38359" y="13252"/>
                </a:lnTo>
                <a:lnTo order="66">
                  <a:pt x="37322" y="8835"/>
                </a:lnTo>
                <a:lnTo order="67">
                  <a:pt x="35249" y="6626"/>
                </a:lnTo>
                <a:lnTo order="68">
                  <a:pt x="32139" y="4417"/>
                </a:lnTo>
                <a:lnTo order="69">
                  <a:pt x="29029" y="2209"/>
                </a:lnTo>
                <a:lnTo order="70">
                  <a:pt x="24882" y="2209"/>
                </a:lnTo>
                <a:lnTo order="71">
                  <a:pt x="24882" y="2209"/>
                </a:lnTo>
                <a:close order="72"/>
              </a:path>
            </a:pathLst>
          </a:custGeom>
          <a:solidFill>
            <a:srgbClr val="2A3E6B"/>
          </a:solidFill>
        </p:spPr>
      </p:sp>
      <p:sp>
        <p:nvSpPr>
          <p:cNvPr id="21" name="Shape 21"/>
          <p:cNvSpPr/>
          <p:nvPr/>
        </p:nvSpPr>
        <p:spPr>
          <a:xfrm>
            <a:off x="9550400" y="571500"/>
            <a:ext cx="55033" cy="46567"/>
          </a:xfrm>
          <a:custGeom>
            <a:avLst/>
            <a:pathLst>
              <a:path w="55033" h="46567">
                <a:moveTo order="1">
                  <a:pt x="8467" y="11383"/>
                </a:moveTo>
                <a:lnTo order="2">
                  <a:pt x="8467" y="11383"/>
                </a:lnTo>
                <a:lnTo order="3">
                  <a:pt x="7408" y="6209"/>
                </a:lnTo>
                <a:lnTo order="4">
                  <a:pt x="7408" y="4139"/>
                </a:lnTo>
                <a:lnTo order="5">
                  <a:pt x="4233" y="2070"/>
                </a:lnTo>
                <a:lnTo order="6">
                  <a:pt x="0" y="2070"/>
                </a:lnTo>
                <a:lnTo order="7">
                  <a:pt x="0" y="0"/>
                </a:lnTo>
                <a:lnTo order="8">
                  <a:pt x="0" y="0"/>
                </a:lnTo>
                <a:lnTo order="9">
                  <a:pt x="12700" y="0"/>
                </a:lnTo>
                <a:lnTo order="10">
                  <a:pt x="12700" y="0"/>
                </a:lnTo>
                <a:lnTo order="11">
                  <a:pt x="24342" y="0"/>
                </a:lnTo>
                <a:lnTo order="12">
                  <a:pt x="24342" y="2070"/>
                </a:lnTo>
                <a:lnTo order="13">
                  <a:pt x="24342" y="2070"/>
                </a:lnTo>
                <a:lnTo order="14">
                  <a:pt x="20108" y="2070"/>
                </a:lnTo>
                <a:lnTo order="15">
                  <a:pt x="17992" y="4139"/>
                </a:lnTo>
                <a:lnTo order="16">
                  <a:pt x="16933" y="6209"/>
                </a:lnTo>
                <a:lnTo order="17">
                  <a:pt x="16933" y="11383"/>
                </a:lnTo>
                <a:lnTo order="18">
                  <a:pt x="16933" y="31044"/>
                </a:lnTo>
                <a:lnTo order="19">
                  <a:pt x="16933" y="31044"/>
                </a:lnTo>
                <a:lnTo order="20">
                  <a:pt x="17992" y="36219"/>
                </a:lnTo>
                <a:lnTo order="21">
                  <a:pt x="20108" y="39323"/>
                </a:lnTo>
                <a:lnTo order="22">
                  <a:pt x="23283" y="42427"/>
                </a:lnTo>
                <a:lnTo order="23">
                  <a:pt x="29633" y="43462"/>
                </a:lnTo>
                <a:lnTo order="24">
                  <a:pt x="29633" y="43462"/>
                </a:lnTo>
                <a:lnTo order="25">
                  <a:pt x="35983" y="42427"/>
                </a:lnTo>
                <a:lnTo order="26">
                  <a:pt x="38100" y="41393"/>
                </a:lnTo>
                <a:lnTo order="27">
                  <a:pt x="40217" y="39323"/>
                </a:lnTo>
                <a:lnTo order="28">
                  <a:pt x="43392" y="35184"/>
                </a:lnTo>
                <a:lnTo order="29">
                  <a:pt x="44450" y="28975"/>
                </a:lnTo>
                <a:lnTo order="30">
                  <a:pt x="44450" y="10348"/>
                </a:lnTo>
                <a:lnTo order="31">
                  <a:pt x="44450" y="10348"/>
                </a:lnTo>
                <a:lnTo order="32">
                  <a:pt x="43392" y="6209"/>
                </a:lnTo>
                <a:lnTo order="33">
                  <a:pt x="42333" y="3104"/>
                </a:lnTo>
                <a:lnTo order="34">
                  <a:pt x="40217" y="2070"/>
                </a:lnTo>
                <a:lnTo order="35">
                  <a:pt x="35983" y="2070"/>
                </a:lnTo>
                <a:lnTo order="36">
                  <a:pt x="35983" y="0"/>
                </a:lnTo>
                <a:lnTo order="37">
                  <a:pt x="35983" y="0"/>
                </a:lnTo>
                <a:lnTo order="38">
                  <a:pt x="45508" y="0"/>
                </a:lnTo>
                <a:lnTo order="39">
                  <a:pt x="45508" y="0"/>
                </a:lnTo>
                <a:lnTo order="40">
                  <a:pt x="55033" y="0"/>
                </a:lnTo>
                <a:lnTo order="41">
                  <a:pt x="55033" y="2070"/>
                </a:lnTo>
                <a:lnTo order="42">
                  <a:pt x="55033" y="2070"/>
                </a:lnTo>
                <a:lnTo order="43">
                  <a:pt x="50800" y="2070"/>
                </a:lnTo>
                <a:lnTo order="44">
                  <a:pt x="48683" y="3104"/>
                </a:lnTo>
                <a:lnTo order="45">
                  <a:pt x="47625" y="6209"/>
                </a:lnTo>
                <a:lnTo order="46">
                  <a:pt x="46567" y="10348"/>
                </a:lnTo>
                <a:lnTo order="47">
                  <a:pt x="46567" y="27940"/>
                </a:lnTo>
                <a:lnTo order="48">
                  <a:pt x="46567" y="27940"/>
                </a:lnTo>
                <a:lnTo order="49">
                  <a:pt x="45508" y="36219"/>
                </a:lnTo>
                <a:lnTo order="50">
                  <a:pt x="44450" y="39323"/>
                </a:lnTo>
                <a:lnTo order="51">
                  <a:pt x="42333" y="41393"/>
                </a:lnTo>
                <a:lnTo order="52">
                  <a:pt x="40217" y="43462"/>
                </a:lnTo>
                <a:lnTo order="53">
                  <a:pt x="35983" y="44497"/>
                </a:lnTo>
                <a:lnTo order="54">
                  <a:pt x="32808" y="45532"/>
                </a:lnTo>
                <a:lnTo order="55">
                  <a:pt x="27517" y="46567"/>
                </a:lnTo>
                <a:lnTo order="56">
                  <a:pt x="27517" y="46567"/>
                </a:lnTo>
                <a:lnTo order="57">
                  <a:pt x="19050" y="45532"/>
                </a:lnTo>
                <a:lnTo order="58">
                  <a:pt x="15875" y="43462"/>
                </a:lnTo>
                <a:lnTo order="59">
                  <a:pt x="12700" y="42427"/>
                </a:lnTo>
                <a:lnTo order="60">
                  <a:pt x="10583" y="40358"/>
                </a:lnTo>
                <a:lnTo order="61">
                  <a:pt x="9525" y="37253"/>
                </a:lnTo>
                <a:lnTo order="62">
                  <a:pt x="8467" y="34149"/>
                </a:lnTo>
                <a:lnTo order="63">
                  <a:pt x="8467" y="31044"/>
                </a:lnTo>
                <a:lnTo order="64">
                  <a:pt x="8467" y="11383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22" name="Shape 22"/>
          <p:cNvSpPr/>
          <p:nvPr/>
        </p:nvSpPr>
        <p:spPr>
          <a:xfrm>
            <a:off x="9609667" y="571500"/>
            <a:ext cx="42333" cy="46567"/>
          </a:xfrm>
          <a:custGeom>
            <a:avLst/>
            <a:pathLst>
              <a:path w="42333" h="46567">
                <a:moveTo order="1">
                  <a:pt x="15488" y="34925"/>
                </a:moveTo>
                <a:lnTo order="2">
                  <a:pt x="15488" y="34925"/>
                </a:lnTo>
                <a:lnTo order="3">
                  <a:pt x="16520" y="39158"/>
                </a:lnTo>
                <a:lnTo order="4">
                  <a:pt x="16520" y="42333"/>
                </a:lnTo>
                <a:lnTo order="5">
                  <a:pt x="19618" y="43392"/>
                </a:lnTo>
                <a:lnTo order="6">
                  <a:pt x="23748" y="44450"/>
                </a:lnTo>
                <a:lnTo order="7">
                  <a:pt x="23748" y="46567"/>
                </a:lnTo>
                <a:lnTo order="8">
                  <a:pt x="23748" y="46567"/>
                </a:lnTo>
                <a:lnTo order="9">
                  <a:pt x="11358" y="45508"/>
                </a:lnTo>
                <a:lnTo order="10">
                  <a:pt x="11358" y="45508"/>
                </a:lnTo>
                <a:lnTo order="11">
                  <a:pt x="0" y="46567"/>
                </a:lnTo>
                <a:lnTo order="12">
                  <a:pt x="0" y="44450"/>
                </a:lnTo>
                <a:lnTo order="13">
                  <a:pt x="0" y="44450"/>
                </a:lnTo>
                <a:lnTo order="14">
                  <a:pt x="4130" y="43392"/>
                </a:lnTo>
                <a:lnTo order="15">
                  <a:pt x="6195" y="42333"/>
                </a:lnTo>
                <a:lnTo order="16">
                  <a:pt x="7228" y="39158"/>
                </a:lnTo>
                <a:lnTo order="17">
                  <a:pt x="7228" y="34925"/>
                </a:lnTo>
                <a:lnTo order="18">
                  <a:pt x="7228" y="11642"/>
                </a:lnTo>
                <a:lnTo order="19">
                  <a:pt x="7228" y="11642"/>
                </a:lnTo>
                <a:lnTo order="20">
                  <a:pt x="7228" y="6350"/>
                </a:lnTo>
                <a:lnTo order="21">
                  <a:pt x="6195" y="4233"/>
                </a:lnTo>
                <a:lnTo order="22">
                  <a:pt x="4130" y="2117"/>
                </a:lnTo>
                <a:lnTo order="23">
                  <a:pt x="0" y="2117"/>
                </a:lnTo>
                <a:lnTo order="24">
                  <a:pt x="0" y="0"/>
                </a:lnTo>
                <a:lnTo order="25">
                  <a:pt x="0" y="0"/>
                </a:lnTo>
                <a:lnTo order="26">
                  <a:pt x="11358" y="0"/>
                </a:lnTo>
                <a:lnTo order="27">
                  <a:pt x="11358" y="0"/>
                </a:lnTo>
                <a:lnTo order="28">
                  <a:pt x="23748" y="0"/>
                </a:lnTo>
                <a:lnTo order="29">
                  <a:pt x="23748" y="0"/>
                </a:lnTo>
                <a:lnTo order="30">
                  <a:pt x="30976" y="1058"/>
                </a:lnTo>
                <a:lnTo order="31">
                  <a:pt x="37171" y="3175"/>
                </a:lnTo>
                <a:lnTo order="32">
                  <a:pt x="39236" y="4233"/>
                </a:lnTo>
                <a:lnTo order="33">
                  <a:pt x="40268" y="6350"/>
                </a:lnTo>
                <a:lnTo order="34">
                  <a:pt x="42333" y="9525"/>
                </a:lnTo>
                <a:lnTo order="35">
                  <a:pt x="42333" y="12700"/>
                </a:lnTo>
                <a:lnTo order="36">
                  <a:pt x="42333" y="12700"/>
                </a:lnTo>
                <a:lnTo order="37">
                  <a:pt x="41301" y="15875"/>
                </a:lnTo>
                <a:lnTo order="38">
                  <a:pt x="40268" y="17992"/>
                </a:lnTo>
                <a:lnTo order="39">
                  <a:pt x="38203" y="21167"/>
                </a:lnTo>
                <a:lnTo order="40">
                  <a:pt x="36138" y="22225"/>
                </a:lnTo>
                <a:lnTo order="41">
                  <a:pt x="28911" y="24342"/>
                </a:lnTo>
                <a:lnTo order="42">
                  <a:pt x="21683" y="25400"/>
                </a:lnTo>
                <a:lnTo order="43">
                  <a:pt x="21683" y="25400"/>
                </a:lnTo>
                <a:lnTo order="44">
                  <a:pt x="15488" y="24342"/>
                </a:lnTo>
                <a:lnTo order="45">
                  <a:pt x="15488" y="34925"/>
                </a:lnTo>
                <a:close order="46"/>
                <a:moveTo order="47">
                  <a:pt x="15488" y="23283"/>
                </a:moveTo>
                <a:lnTo order="48">
                  <a:pt x="15488" y="23283"/>
                </a:lnTo>
                <a:lnTo order="49">
                  <a:pt x="20650" y="23283"/>
                </a:lnTo>
                <a:lnTo order="50">
                  <a:pt x="20650" y="23283"/>
                </a:lnTo>
                <a:lnTo order="51">
                  <a:pt x="25813" y="22225"/>
                </a:lnTo>
                <a:lnTo order="52">
                  <a:pt x="29943" y="20108"/>
                </a:lnTo>
                <a:lnTo order="53">
                  <a:pt x="32008" y="16933"/>
                </a:lnTo>
                <a:lnTo order="54">
                  <a:pt x="32008" y="12700"/>
                </a:lnTo>
                <a:lnTo order="55">
                  <a:pt x="32008" y="12700"/>
                </a:lnTo>
                <a:lnTo order="56">
                  <a:pt x="32008" y="7408"/>
                </a:lnTo>
                <a:lnTo order="57">
                  <a:pt x="28911" y="4233"/>
                </a:lnTo>
                <a:lnTo order="58">
                  <a:pt x="25813" y="2117"/>
                </a:lnTo>
                <a:lnTo order="59">
                  <a:pt x="20650" y="2117"/>
                </a:lnTo>
                <a:lnTo order="60">
                  <a:pt x="20650" y="2117"/>
                </a:lnTo>
                <a:lnTo order="61">
                  <a:pt x="17553" y="2117"/>
                </a:lnTo>
                <a:lnTo order="62">
                  <a:pt x="16520" y="3175"/>
                </a:lnTo>
                <a:lnTo order="63">
                  <a:pt x="15488" y="4233"/>
                </a:lnTo>
                <a:lnTo order="64">
                  <a:pt x="15488" y="23283"/>
                </a:lnTo>
                <a:close order="65"/>
              </a:path>
            </a:pathLst>
          </a:custGeom>
          <a:solidFill>
            <a:srgbClr val="2A3E6B"/>
          </a:solidFill>
        </p:spPr>
      </p:sp>
      <p:sp>
        <p:nvSpPr>
          <p:cNvPr id="23" name="Shape 23"/>
          <p:cNvSpPr/>
          <p:nvPr/>
        </p:nvSpPr>
        <p:spPr>
          <a:xfrm>
            <a:off x="8458200" y="296333"/>
            <a:ext cx="325967" cy="186267"/>
          </a:xfrm>
          <a:custGeom>
            <a:avLst/>
            <a:pathLst>
              <a:path w="325967" h="186267">
                <a:moveTo order="1">
                  <a:pt x="79894" y="168377"/>
                </a:moveTo>
                <a:lnTo order="2">
                  <a:pt x="79894" y="168377"/>
                </a:lnTo>
                <a:lnTo order="3">
                  <a:pt x="94807" y="163115"/>
                </a:lnTo>
                <a:lnTo order="4">
                  <a:pt x="110786" y="157853"/>
                </a:lnTo>
                <a:lnTo order="5">
                  <a:pt x="125700" y="152591"/>
                </a:lnTo>
                <a:lnTo order="6">
                  <a:pt x="140613" y="147330"/>
                </a:lnTo>
                <a:lnTo order="7">
                  <a:pt x="140613" y="147330"/>
                </a:lnTo>
                <a:lnTo order="8">
                  <a:pt x="171505" y="133649"/>
                </a:lnTo>
                <a:lnTo order="9">
                  <a:pt x="200267" y="119968"/>
                </a:lnTo>
                <a:lnTo order="10">
                  <a:pt x="200267" y="119968"/>
                </a:lnTo>
                <a:lnTo order="11">
                  <a:pt x="229029" y="104183"/>
                </a:lnTo>
                <a:lnTo order="12">
                  <a:pt x="255660" y="87345"/>
                </a:lnTo>
                <a:lnTo order="13">
                  <a:pt x="255660" y="87345"/>
                </a:lnTo>
                <a:lnTo order="14">
                  <a:pt x="268443" y="78927"/>
                </a:lnTo>
                <a:lnTo order="15">
                  <a:pt x="281226" y="69455"/>
                </a:lnTo>
                <a:lnTo order="16">
                  <a:pt x="281226" y="69455"/>
                </a:lnTo>
                <a:lnTo order="17">
                  <a:pt x="304662" y="51565"/>
                </a:lnTo>
                <a:lnTo order="18">
                  <a:pt x="304662" y="51565"/>
                </a:lnTo>
                <a:lnTo order="19">
                  <a:pt x="325967" y="34728"/>
                </a:lnTo>
                <a:lnTo order="20">
                  <a:pt x="325967" y="0"/>
                </a:lnTo>
                <a:lnTo order="21">
                  <a:pt x="0" y="0"/>
                </a:lnTo>
                <a:lnTo order="22">
                  <a:pt x="0" y="186267"/>
                </a:lnTo>
                <a:lnTo order="23">
                  <a:pt x="0" y="186267"/>
                </a:lnTo>
                <a:lnTo order="24">
                  <a:pt x="19175" y="183110"/>
                </a:lnTo>
                <a:lnTo order="25">
                  <a:pt x="19175" y="183110"/>
                </a:lnTo>
                <a:lnTo order="26">
                  <a:pt x="49002" y="176795"/>
                </a:lnTo>
                <a:lnTo order="27">
                  <a:pt x="79894" y="168377"/>
                </a:lnTo>
                <a:lnTo order="28">
                  <a:pt x="79894" y="168377"/>
                </a:lnTo>
                <a:close order="29"/>
              </a:path>
            </a:pathLst>
          </a:custGeom>
          <a:solidFill>
            <a:srgbClr val="2A3E6B"/>
          </a:solidFill>
        </p:spPr>
      </p:sp>
      <p:sp>
        <p:nvSpPr>
          <p:cNvPr id="24" name="Shape 24"/>
          <p:cNvSpPr/>
          <p:nvPr/>
        </p:nvSpPr>
        <p:spPr>
          <a:xfrm>
            <a:off x="8458200" y="550333"/>
            <a:ext cx="63500" cy="71967"/>
          </a:xfrm>
          <a:custGeom>
            <a:avLst/>
            <a:pathLst>
              <a:path w="63500" h="71967">
                <a:moveTo order="1">
                  <a:pt x="41975" y="8723"/>
                </a:moveTo>
                <a:lnTo order="2">
                  <a:pt x="41975" y="8723"/>
                </a:lnTo>
                <a:lnTo order="3">
                  <a:pt x="25831" y="15266"/>
                </a:lnTo>
                <a:lnTo order="4">
                  <a:pt x="10763" y="20718"/>
                </a:lnTo>
                <a:lnTo order="5">
                  <a:pt x="10763" y="20718"/>
                </a:lnTo>
                <a:lnTo order="6">
                  <a:pt x="0" y="23989"/>
                </a:lnTo>
                <a:lnTo order="7">
                  <a:pt x="0" y="71967"/>
                </a:lnTo>
                <a:lnTo order="8">
                  <a:pt x="63500" y="71967"/>
                </a:lnTo>
                <a:lnTo order="9">
                  <a:pt x="63500" y="0"/>
                </a:lnTo>
                <a:lnTo order="10">
                  <a:pt x="63500" y="0"/>
                </a:lnTo>
                <a:lnTo order="11">
                  <a:pt x="41975" y="8723"/>
                </a:lnTo>
                <a:lnTo order="12">
                  <a:pt x="41975" y="8723"/>
                </a:lnTo>
                <a:close order="13"/>
              </a:path>
            </a:pathLst>
          </a:custGeom>
          <a:solidFill>
            <a:srgbClr val="2A3E6B"/>
          </a:solidFill>
        </p:spPr>
      </p:sp>
      <p:sp>
        <p:nvSpPr>
          <p:cNvPr id="25" name="Shape 25"/>
          <p:cNvSpPr/>
          <p:nvPr/>
        </p:nvSpPr>
        <p:spPr>
          <a:xfrm>
            <a:off x="8716433" y="364067"/>
            <a:ext cx="63500" cy="254000"/>
          </a:xfrm>
          <a:custGeom>
            <a:avLst/>
            <a:pathLst>
              <a:path w="63500" h="254000">
                <a:moveTo order="1">
                  <a:pt x="40217" y="25400"/>
                </a:moveTo>
                <a:lnTo order="2">
                  <a:pt x="40217" y="25400"/>
                </a:lnTo>
                <a:lnTo order="3">
                  <a:pt x="29633" y="35983"/>
                </a:lnTo>
                <a:lnTo order="4">
                  <a:pt x="16933" y="47625"/>
                </a:lnTo>
                <a:lnTo order="5">
                  <a:pt x="16933" y="47625"/>
                </a:lnTo>
                <a:lnTo order="6">
                  <a:pt x="0" y="62442"/>
                </a:lnTo>
                <a:lnTo order="7">
                  <a:pt x="0" y="254000"/>
                </a:lnTo>
                <a:lnTo order="8">
                  <a:pt x="63500" y="254000"/>
                </a:lnTo>
                <a:lnTo order="9">
                  <a:pt x="63500" y="0"/>
                </a:lnTo>
                <a:lnTo order="10">
                  <a:pt x="63500" y="0"/>
                </a:lnTo>
                <a:lnTo order="11">
                  <a:pt x="61383" y="2117"/>
                </a:lnTo>
                <a:lnTo order="12">
                  <a:pt x="61383" y="2117"/>
                </a:lnTo>
                <a:lnTo order="13">
                  <a:pt x="40217" y="25400"/>
                </a:lnTo>
                <a:lnTo order="14">
                  <a:pt x="40217" y="25400"/>
                </a:lnTo>
                <a:close order="15"/>
              </a:path>
            </a:pathLst>
          </a:custGeom>
          <a:solidFill>
            <a:srgbClr val="2A3E6B"/>
          </a:solidFill>
        </p:spPr>
      </p:sp>
      <p:sp>
        <p:nvSpPr>
          <p:cNvPr id="26" name="Shape 26"/>
          <p:cNvSpPr/>
          <p:nvPr/>
        </p:nvSpPr>
        <p:spPr>
          <a:xfrm>
            <a:off x="8631767" y="448733"/>
            <a:ext cx="63500" cy="173567"/>
          </a:xfrm>
          <a:custGeom>
            <a:avLst/>
            <a:pathLst>
              <a:path w="63500" h="173567">
                <a:moveTo order="1">
                  <a:pt x="51858" y="8571"/>
                </a:moveTo>
                <a:lnTo order="2">
                  <a:pt x="51858" y="8571"/>
                </a:lnTo>
                <a:lnTo order="3">
                  <a:pt x="26458" y="27856"/>
                </a:lnTo>
                <a:lnTo order="4">
                  <a:pt x="0" y="44999"/>
                </a:lnTo>
                <a:lnTo order="5">
                  <a:pt x="0" y="173567"/>
                </a:lnTo>
                <a:lnTo order="6">
                  <a:pt x="63500" y="173567"/>
                </a:lnTo>
                <a:lnTo order="7">
                  <a:pt x="63500" y="0"/>
                </a:lnTo>
                <a:lnTo order="8">
                  <a:pt x="63500" y="0"/>
                </a:lnTo>
                <a:lnTo order="9">
                  <a:pt x="51858" y="8571"/>
                </a:lnTo>
                <a:lnTo order="10">
                  <a:pt x="51858" y="8571"/>
                </a:lnTo>
                <a:close order="11"/>
              </a:path>
            </a:pathLst>
          </a:custGeom>
          <a:solidFill>
            <a:srgbClr val="2A3E6B"/>
          </a:solidFill>
        </p:spPr>
      </p:sp>
      <p:sp>
        <p:nvSpPr>
          <p:cNvPr id="27" name="Shape 27"/>
          <p:cNvSpPr/>
          <p:nvPr/>
        </p:nvSpPr>
        <p:spPr>
          <a:xfrm>
            <a:off x="8542867" y="508000"/>
            <a:ext cx="63500" cy="114300"/>
          </a:xfrm>
          <a:custGeom>
            <a:avLst/>
            <a:pathLst>
              <a:path w="63500" h="114300">
                <a:moveTo order="1">
                  <a:pt x="49742" y="7584"/>
                </a:moveTo>
                <a:lnTo order="2">
                  <a:pt x="49742" y="7584"/>
                </a:lnTo>
                <a:lnTo order="3">
                  <a:pt x="33867" y="16251"/>
                </a:lnTo>
                <a:lnTo order="4">
                  <a:pt x="17992" y="23835"/>
                </a:lnTo>
                <a:lnTo order="5">
                  <a:pt x="17992" y="23835"/>
                </a:lnTo>
                <a:lnTo order="6">
                  <a:pt x="0" y="33586"/>
                </a:lnTo>
                <a:lnTo order="7">
                  <a:pt x="0" y="114842"/>
                </a:lnTo>
                <a:lnTo order="8">
                  <a:pt x="63500" y="114842"/>
                </a:lnTo>
                <a:lnTo order="9">
                  <a:pt x="63500" y="0"/>
                </a:lnTo>
                <a:lnTo order="10">
                  <a:pt x="49742" y="7584"/>
                </a:lnTo>
                <a:close order="11"/>
              </a:path>
            </a:pathLst>
          </a:custGeom>
          <a:solidFill>
            <a:srgbClr val="2A3E6B"/>
          </a:solidFill>
        </p:spPr>
      </p:sp>
      <p:sp>
        <p:nvSpPr>
          <p:cNvPr id="28" name="Shape 28"/>
          <p:cNvSpPr txBox="1"/>
          <p:nvPr/>
        </p:nvSpPr>
        <p:spPr>
          <a:xfrm>
            <a:off x="381000" y="317500"/>
            <a:ext cx="9296400" cy="4826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2100">
                <a:solidFill>
                  <a:srgbClr val="2A3E6B"/>
                </a:solidFill>
                <a:latin typeface="Calibri"/>
                <a:ea typeface="Calibri"/>
                <a:cs typeface="Calibri"/>
              </a:rPr>
              <a:t>Initial Financial Analysis – Management Case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9055100" y="7315200"/>
            <a:ext cx="622300" cy="368300"/>
          </a:xfrm>
          <a:prstGeom prst="rect">
            <a:avLst/>
          </a:prstGeom>
        </p:spPr>
        <p:txBody>
          <a:bodyPr wrap="square" rtlCol="0"/>
          <a:lstStyle/>
          <a:p>
            <a:pPr algn="r"/>
            <a:r>
              <a:rPr lang="en-US" sz="6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5359400" y="736600"/>
            <a:ext cx="4445000" cy="23368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en-US" sz="675">
                <a:solidFill>
                  <a:srgbClr val="5B99D2"/>
                </a:solidFill>
                <a:latin typeface="Calibri"/>
                <a:ea typeface="Calibri"/>
                <a:cs typeface="Calibri"/>
              </a:rPr>
              <a:t>Commentary</a:t>
            </a:r>
          </a:p>
          <a:p>
            <a:pPr algn="l"/>
            <a:r>
              <a:rPr lang="en-US" sz="750">
                <a:solidFill>
                  <a:srgbClr val="262626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Revenue: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Historical advertising revenue has been lumpy between years due to election cycles, and this lumpiness is projected in the forecast period. </a:t>
            </a:r>
            <a:r>
              <a:rPr lang="en-US" sz="750">
                <a:solidFill>
                  <a:srgbClr val="3C3C3C"/>
                </a:solidFill>
                <a:latin typeface="Calibri"/>
                <a:ea typeface="Calibri"/>
                <a:cs typeface="Calibri"/>
              </a:rPr>
              <a:t>Retransmission revenue is projected to fall slightly over the forecast period due to a decline in subscribers. However, overall industry subscriber decline is expected to slow into 2028, and Coastal has also historically been able to increase retransmission fees over time</a:t>
            </a:r>
          </a:p>
          <a:p>
            <a:pPr algn="l"/>
            <a:r>
              <a:rPr lang="en-US" sz="750">
                <a:solidFill>
                  <a:srgbClr val="262626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Network Fees: 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Payments to affiliate networks as % of retransmission revenue </a:t>
            </a:r>
          </a:p>
          <a:p>
            <a:pPr algn="l"/>
            <a:r>
              <a:rPr lang="en-US" sz="750">
                <a:solidFill>
                  <a:srgbClr val="262626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Capex: 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The company has low capex, primarily consisting of technology investments, facilities, and construction/maintenance of towers. Once constructed, tower failure represents a very minimal risk, and TV towers have a lifespan of 30-50 years</a:t>
            </a:r>
          </a:p>
          <a:p>
            <a:pPr algn="l"/>
            <a:r>
              <a:rPr lang="en-US" sz="750">
                <a:solidFill>
                  <a:srgbClr val="262626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Amortization: 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Amortization is structured as to align with election cycles, allowing increased deleveraging during higher-revenue election years</a:t>
            </a:r>
          </a:p>
          <a:p>
            <a:pPr algn="l"/>
            <a:r>
              <a:rPr lang="en-US" sz="750">
                <a:solidFill>
                  <a:srgbClr val="262626"/>
                </a:solidFill>
                <a:latin typeface="Wingdings"/>
                <a:ea typeface="Wingdings"/>
                <a:cs typeface="Wingdings"/>
              </a:rPr>
              <a:t>■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ECF Sweep:</a:t>
            </a:r>
            <a:r>
              <a:rPr lang="en-US" sz="75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90%, modeled quarterly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5384800" y="3098800"/>
            <a:ext cx="4445000" cy="190500"/>
          </a:xfrm>
          <a:prstGeom prst="rect">
            <a:avLst/>
          </a:prstGeom>
          <a:solidFill>
            <a:srgbClr val="15365C"/>
          </a:solidFill>
        </p:spPr>
        <p:txBody>
          <a:bodyPr wrap="square" rtlCol="0"/>
          <a:lstStyle/>
          <a:p>
            <a:pPr algn="ctr"/>
            <a:r>
              <a:rPr lang="en-US" sz="7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Market Overview and Competitive Landscape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x="5384800" y="5880100"/>
            <a:ext cx="4445000" cy="165100"/>
          </a:xfrm>
          <a:prstGeom prst="rect">
            <a:avLst/>
          </a:prstGeom>
          <a:solidFill>
            <a:srgbClr val="15365C"/>
          </a:solidFill>
        </p:spPr>
        <p:txBody>
          <a:bodyPr wrap="square" rtlCol="0"/>
          <a:lstStyle/>
          <a:p>
            <a:pPr algn="ctr"/>
            <a:r>
              <a:rPr lang="en-US" sz="6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24/25 Avg. EBITDA Sensitivity to Avg. Ad Revenue/Subscriber and Subscriber Growth </a:t>
            </a:r>
          </a:p>
        </p:txBody>
      </p:sp>
      <p:graphicFrame>
        <p:nvGraphicFramePr>
          <p:cNvPr id="33" name="Table 33"/>
          <p:cNvGraphicFramePr>
            <a:graphicFrameLocks noGrp="1"/>
          </p:cNvGraphicFramePr>
          <p:nvPr/>
        </p:nvGraphicFramePr>
        <p:xfrm>
          <a:off x="5359400" y="6019800"/>
          <a:ext cx="4432300" cy="12827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</a:tblGrid>
              <a:tr h="3683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 gridSpan="6">
                  <a:txBody>
                    <a:bodyPr wrap="square" rtlCol="0"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Sub Growth Rate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111307">
                <a:tc rowSpan="7">
                  <a:txBody>
                    <a:bodyPr wrap="square" rtlCol="0"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Avg. Ad $/Sub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-3.8%</a:t>
                      </a:r>
                    </a:p>
                  </a:txBody>
                  <a:tcPr marL="7620" marR="7620" marT="7620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-5.0%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-6.3%</a:t>
                      </a:r>
                    </a:p>
                  </a:txBody>
                  <a:tcPr marL="7620" marR="7620" marT="7620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-7.5%</a:t>
                      </a:r>
                    </a:p>
                  </a:txBody>
                  <a:tcPr marL="7620" marR="7620" marT="7620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-8.8%</a:t>
                      </a:r>
                    </a:p>
                  </a:txBody>
                  <a:tcPr marL="7620" marR="7620" marT="7620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-10.0%</a:t>
                      </a:r>
                    </a:p>
                  </a:txBody>
                  <a:tcPr marL="7620" marR="7620" marT="7620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3683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45.2 </a:t>
                      </a:r>
                    </a:p>
                  </a:txBody>
                  <a:tcPr marL="7620" marR="7620" marT="7620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24.7 </a:t>
                      </a:r>
                    </a:p>
                  </a:txBody>
                  <a:tcPr marL="7620" marR="7620" marT="7620" marB="50800" anchor="b">
                    <a:lnL w="6350" cap="flat" cmpd="sng" algn="ctr">
                      <a:solidFill>
                        <a:srgbClr val="000000"/>
                      </a:solidFill>
                    </a:lnL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24.3 </a:t>
                      </a:r>
                    </a:p>
                  </a:txBody>
                  <a:tcPr marL="7620" marR="7620" marT="7620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23.9 </a:t>
                      </a:r>
                    </a:p>
                  </a:txBody>
                  <a:tcPr marL="7620" marR="7620" marT="7620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23.5 </a:t>
                      </a:r>
                    </a:p>
                  </a:txBody>
                  <a:tcPr marL="7620" marR="7620" marT="7620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23.1 </a:t>
                      </a:r>
                    </a:p>
                  </a:txBody>
                  <a:tcPr marL="7620" marR="7620" marT="7620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22.7 </a:t>
                      </a:r>
                    </a:p>
                  </a:txBody>
                  <a:tcPr marL="7620" marR="7620" marT="7620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</a:tr>
              <a:tr h="3683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44.1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23.6 </a:t>
                      </a:r>
                    </a:p>
                  </a:txBody>
                  <a:tcPr marL="7620" marR="7620" marT="7620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23.3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22.9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22.5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22.1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21.8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3683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43.0 </a:t>
                      </a:r>
                    </a:p>
                  </a:txBody>
                  <a:tcPr marL="7620" marR="7620" marT="7620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22.6 </a:t>
                      </a:r>
                    </a:p>
                  </a:txBody>
                  <a:tcPr marL="7620" marR="7620" marT="7620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22.2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21.9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21.5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21.2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20.8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3683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41.9 </a:t>
                      </a:r>
                    </a:p>
                  </a:txBody>
                  <a:tcPr marL="7620" marR="7620" marT="7620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21.6 </a:t>
                      </a:r>
                    </a:p>
                  </a:txBody>
                  <a:tcPr marL="7620" marR="7620" marT="7620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21.2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20.9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20.5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20.2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19.8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3683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40.8 </a:t>
                      </a:r>
                    </a:p>
                  </a:txBody>
                  <a:tcPr marL="7620" marR="7620" marT="7620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20.5 </a:t>
                      </a:r>
                    </a:p>
                  </a:txBody>
                  <a:tcPr marL="7620" marR="7620" marT="7620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20.2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19.9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19.5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19.2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18.9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3683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39.7 </a:t>
                      </a:r>
                    </a:p>
                  </a:txBody>
                  <a:tcPr marL="7620" marR="7620" marT="7620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19.5 </a:t>
                      </a:r>
                    </a:p>
                  </a:txBody>
                  <a:tcPr marL="7620" marR="7620" marT="7620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19.2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18.8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18.5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18.2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7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17.9 </a:t>
                      </a:r>
                    </a:p>
                  </a:txBody>
                  <a:tcPr marL="7620" marR="7620" marT="7620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34" name="Table 34"/>
          <p:cNvGraphicFramePr>
            <a:graphicFrameLocks noGrp="1"/>
          </p:cNvGraphicFramePr>
          <p:nvPr/>
        </p:nvGraphicFramePr>
        <p:xfrm>
          <a:off x="5384800" y="3276600"/>
          <a:ext cx="4445000" cy="26035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</a:tblGrid>
              <a:tr h="144377"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Market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Revenue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BCF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Market Share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Competitors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Rank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DMA Rank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Population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144377"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Syracuse (NY)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16.8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3.4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10.2%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650k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144377"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Greenville (MS)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9.9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1.4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79.7%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64k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144377"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Fargo (ND)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9.0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2.0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24.1%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117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250k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144377"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Binghamton (NY)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7.5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0.8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17.9%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244k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144377"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Jonesboro (AR)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5.9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2.0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11.4%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180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134k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144377"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Lafayette (IN)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5.9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2.1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35.7%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224k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144377"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Duluth (MN)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5.7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0.6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9.9%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292k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144377"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Idaho Falls (ID)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5.4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1.5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25.6%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166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157k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144377"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Anchorage (AK)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13.2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3.5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19.9%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157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401k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144377"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Fairbanks (AK)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3.4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2.2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10.5%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96k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144377"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Juneau (AK)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2.4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1.5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63.4%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207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32k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144377"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Jackson (TN)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4.4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2.2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7.1%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182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180k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144377"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Meridian (MS)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6.7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0.6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63.5%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196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98k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144377"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Elmira (NY)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4.0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1.1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13.6%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177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84k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144377"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Alexandria (LA)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3.1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1.4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14.5%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181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149k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144377"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Cheyenne (WY)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3.3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1.0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42.8%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101k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144377"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Casper (WY)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5.2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2.2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69.3%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4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80k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35" name="Table 35"/>
          <p:cNvGraphicFramePr>
            <a:graphicFrameLocks noGrp="1"/>
          </p:cNvGraphicFramePr>
          <p:nvPr/>
        </p:nvGraphicFramePr>
        <p:xfrm>
          <a:off x="381000" y="800100"/>
          <a:ext cx="4660900" cy="65024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03753"/>
                <a:gridCol w="324608"/>
                <a:gridCol w="300563"/>
                <a:gridCol w="402754"/>
                <a:gridCol w="402754"/>
                <a:gridCol w="402754"/>
                <a:gridCol w="402754"/>
                <a:gridCol w="402754"/>
                <a:gridCol w="402754"/>
                <a:gridCol w="402754"/>
              </a:tblGrid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 Forma P&amp;L ($MMs)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2022A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2023A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2024A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2025E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2026E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2027E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2028E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Coastal Advertising Revenue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26.0 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22.6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32.5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25.0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35.7 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30.3 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41.1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Imagicomm Advertising Revenue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16.9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18.4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17.4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22.3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20.9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23.6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Coastal Retransmission Revenue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40.1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39.8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40.9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40.5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40.7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41.1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40.6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Imagicomm Retransmission Revenue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28.5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26.4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25.7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25.2 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25.8 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26.0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Total Revenue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$66.1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$107.8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$118.1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$108.6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$123.9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$118.2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$131.4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Growth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9.5%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(8.1%)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14.1% 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(4.6%)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11.2%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Coastal Ad Growth</a:t>
                      </a:r>
                    </a:p>
                  </a:txBody>
                  <a:tcPr marL="90368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(13.0%)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43.5%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(23.1%)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43.2%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(15.1%)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35.5%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Imagicomm Ad Growth</a:t>
                      </a:r>
                    </a:p>
                  </a:txBody>
                  <a:tcPr marL="90368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8.4%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(5.1%)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27.8%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(6.1%)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13.0%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Coastal Retrans Growth</a:t>
                      </a:r>
                    </a:p>
                  </a:txBody>
                  <a:tcPr marL="90368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(0.8%)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2.7%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(1.0%)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0.5%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1.1%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(1.2%)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Imagicomm Retrans Growth</a:t>
                      </a:r>
                    </a:p>
                  </a:txBody>
                  <a:tcPr marL="90368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(7.2%)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(2.7%)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(2.0%)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2.4%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0.8%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90368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Advertising Gross Profit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22.9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35.4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44.6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38.6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51.9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47.0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58.3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Retransmission Gross Profit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15.2 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25.7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22.2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20.4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19.5 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19.9 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18.9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Total Gross Profit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$38.1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$61.2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$66.8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$59.0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$71.4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$66.8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$77.2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Margin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57.6% 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56.7%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56.5%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54.4%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57.7% 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56.6% 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58.8%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Advertising Gross Margin</a:t>
                      </a:r>
                    </a:p>
                  </a:txBody>
                  <a:tcPr marL="90368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87.9%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89.6%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87.8%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91.1%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89.5%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91.6%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90.1%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Retransmission Gross Margin</a:t>
                      </a:r>
                    </a:p>
                  </a:txBody>
                  <a:tcPr marL="90368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38.0%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37.7%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32.9%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30.9%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29.7%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29.7%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28.4%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90368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Engineering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(2.6)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(5.2)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(5.7)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(5.7)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(5.8)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(6.0)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(6.1)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SG&amp;A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(12.8)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(19.6)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(20.7)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(21.4)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(22.5)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(23.2)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(24.2)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Other Opex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(7.4)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(12.1)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(12.3)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(12.8)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(13.2)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(13.6)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(14.2)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Total Opex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($22.8)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($36.8)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($38.7)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($39.9)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($41.5)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($42.8)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($44.5)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</a:tr>
              <a:tr h="63602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Coastal BCF 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16.7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14.6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19.7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13.2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21.3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16.8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23.8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Imagicomm BCF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11.2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9.8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7.4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10.0 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8.8 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10.5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777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Broadcast Cash Flow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$16.7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$25.8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$29.5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$20.6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$31.4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$25.6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$34.3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777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Margin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25.3%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23.9%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25.0%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19.0%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25.3%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21.6%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26.1%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777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Coastal Margin</a:t>
                      </a:r>
                    </a:p>
                  </a:txBody>
                  <a:tcPr marL="90368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25.3%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23.3%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26.9%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20.2%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27.9%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23.4%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29.1%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777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Imagicomm Margin</a:t>
                      </a:r>
                    </a:p>
                  </a:txBody>
                  <a:tcPr marL="90368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24.7%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21.8%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17.2%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21.2%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18.9%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21.2%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777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90368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313131"/>
                          </a:solidFill>
                          <a:latin typeface="Calibri"/>
                          <a:ea typeface="Calibri"/>
                          <a:cs typeface="Calibri"/>
                        </a:rPr>
                        <a:t>(-) Coastal Coporate Overhead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313131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313131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313131"/>
                          </a:solidFill>
                          <a:latin typeface="Calibri"/>
                          <a:ea typeface="Calibri"/>
                          <a:cs typeface="Calibri"/>
                        </a:rPr>
                        <a:t>($1.4)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313131"/>
                          </a:solidFill>
                          <a:latin typeface="Calibri"/>
                          <a:ea typeface="Calibri"/>
                          <a:cs typeface="Calibri"/>
                        </a:rPr>
                        <a:t>($1.4)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313131"/>
                          </a:solidFill>
                          <a:latin typeface="Calibri"/>
                          <a:ea typeface="Calibri"/>
                          <a:cs typeface="Calibri"/>
                        </a:rPr>
                        <a:t>($1.4)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313131"/>
                          </a:solidFill>
                          <a:latin typeface="Calibri"/>
                          <a:ea typeface="Calibri"/>
                          <a:cs typeface="Calibri"/>
                        </a:rPr>
                        <a:t>($1.4)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313131"/>
                          </a:solidFill>
                          <a:latin typeface="Calibri"/>
                          <a:ea typeface="Calibri"/>
                          <a:cs typeface="Calibri"/>
                        </a:rPr>
                        <a:t>($1.5)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313131"/>
                          </a:solidFill>
                          <a:latin typeface="Calibri"/>
                          <a:ea typeface="Calibri"/>
                          <a:cs typeface="Calibri"/>
                        </a:rPr>
                        <a:t>($1.5)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313131"/>
                          </a:solidFill>
                          <a:latin typeface="Calibri"/>
                          <a:ea typeface="Calibri"/>
                          <a:cs typeface="Calibri"/>
                        </a:rPr>
                        <a:t>($1.6)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Coastal EBITDA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15.3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13.1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18.3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11.8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19.9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15.3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22.2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Imagicomm EBITDA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     -  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11.2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9.8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7.4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10.0 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8.8 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10.5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EBITDA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$15.3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$24.3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$28.1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$19.2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$29.9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$24.1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$32.7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Margin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23.1%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22.6%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23.8%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17.7%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24.1%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20.4%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24.9%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Coastal Margin</a:t>
                      </a:r>
                    </a:p>
                  </a:txBody>
                  <a:tcPr marL="90368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23.1%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21.0%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24.9%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18.0%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26.0%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21.4%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27.2%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% Imagicomm Margin</a:t>
                      </a:r>
                    </a:p>
                  </a:txBody>
                  <a:tcPr marL="90368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24.7%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21.8%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17.2%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21.2%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18.9%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21.2%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63602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777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Cash Flow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 u="sng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7 mos.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777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Reported EBITDA 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$11.3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$29.9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$24.1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$32.7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(-) Change in NWC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(1.2)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(1.5)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(0.2)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(0.7)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(-) Capex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(0.4)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(0.7)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(0.7)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(0.7)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(-) Agent Fee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(0.0)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(0.1)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(0.1)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(0.1)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(-) Cash Taxes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Tax Rate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25.00%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(0.5)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(3.2)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(1.9)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(3.9)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777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Unlevered FCF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$9.2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$24.4 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$21.2 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$27.3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</a:tr>
              <a:tr h="63602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Interest Expense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(4.9)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(7.1)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(5.2)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(3.5)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Amortization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(2.2)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(7.7)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(3.9)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(7.7)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777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DDTL Draw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--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--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--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--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ECF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(0.5)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(5.6)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(12.1)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(12.4)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777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Levered FCF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$1.6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$4.0 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$0.0 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$3.7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</a:tr>
              <a:tr h="63602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777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Ending Cash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$2.1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$3.7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$7.7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$7.7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$11.4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63602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</a:tr>
              <a:tr h="777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Debt Schedule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63602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MGG 1L TL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Beginning Balance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Spread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GRID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77.0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74.2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60.9 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44.9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777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Amortization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Floor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3.00%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(2.2)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(7.7)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(3.9)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(7.7)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777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ECF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Amort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GRID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(0.5)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(5.6)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(12.1)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(12.4)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123503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DDTL Draw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ECF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90.00%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     - 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     -  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     -  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     - 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740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Ending Balance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77.0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74.2 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60.9 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44.9 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24.8 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</a:tr>
              <a:tr h="777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Interest Expense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(4.9)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(7.1)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(5.2)</a:t>
                      </a:r>
                    </a:p>
                  </a:txBody>
                  <a:tcPr marL="3765" marR="3765" marT="3765" marB="50800" anchor="b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(3.5)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</a:tcPr>
                </a:tc>
              </a:tr>
              <a:tr h="63602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45184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L w="6350" cap="flat" cmpd="sng" algn="ctr">
                      <a:solidFill>
                        <a:srgbClr val="000000"/>
                      </a:solidFill>
                    </a:lnL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R w="6350" cap="flat" cmpd="sng" algn="ctr">
                      <a:solidFill>
                        <a:srgbClr val="000000"/>
                      </a:solidFill>
                    </a:lnR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777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Total Debt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$77.0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$74.2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$60.9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$44.9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$24.8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777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Total Leverage (xEBITDA)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2.7x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3.9x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2.0x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1.9x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0.8x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777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Total Leverage (xBCF)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2.6x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3.6x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1.9x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1.8x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0.7x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777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FCCR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1.4x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1.6x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2.1x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2.1x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D9D9D9"/>
                      </a:solidFill>
                    </a:lnL>
                    <a:lnR w="12700" cap="flat" cmpd="sng" algn="ctr">
                      <a:solidFill>
                        <a:srgbClr val="D9D9D9"/>
                      </a:solidFill>
                    </a:lnR>
                    <a:lnT w="12700" cap="flat" cmpd="sng" algn="ctr">
                      <a:solidFill>
                        <a:srgbClr val="D9D9D9"/>
                      </a:solidFill>
                    </a:lnT>
                    <a:lnB w="12700" cap="flat" cmpd="sng" algn="ctr">
                      <a:solidFill>
                        <a:srgbClr val="D9D9D9"/>
                      </a:solidFill>
                    </a:lnB>
                  </a:tcPr>
                </a:tc>
              </a:tr>
              <a:tr h="85100">
                <a:tc>
                  <a:txBody>
                    <a:bodyPr wrap="square" rtlCol="0"/>
                    <a:lstStyle/>
                    <a:p>
                      <a:pPr/>
                      <a:r>
                        <a:rPr lang="en-US" sz="300" i="1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</a:rPr>
                        <a:t>Note: 2022 Financials are Coastal only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 wrap="square" rtlCol="0"/>
                    <a:lstStyle/>
                    <a:p>
                      <a:pPr/>
                      <a:r>
                        <a:rPr lang="en-US" sz="600"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</a:p>
                  </a:txBody>
                  <a:tcPr marL="3765" marR="3765" marT="3765" marB="50800" anchor="b">
                    <a:lnT w="6350" cap="flat" cmpd="sng" algn="ctr">
                      <a:solidFill>
                        <a:srgbClr val="000000"/>
                      </a:solidFill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