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6"/>
    <p:restoredTop sz="94648"/>
  </p:normalViewPr>
  <p:slideViewPr>
    <p:cSldViewPr snapToGrid="0">
      <p:cViewPr varScale="1">
        <p:scale>
          <a:sx n="117" d="100"/>
          <a:sy n="117" d="100"/>
        </p:scale>
        <p:origin x="69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9B6E-BB47-DC4B-B208-DE5B6C0B8C10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8B547-6C9B-E74D-AE84-E04D35D9791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229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5468EC6A-5C05-8085-7CB5-0C6ECFCB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B493391D-2008-5543-A9CC-BD91D50A44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zh-CN" altLang="en-US" dirty="0"/>
              <a:t>测试模板内容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87F141-D622-6DFC-6927-19BFBA89E5DE}"/>
              </a:ext>
            </a:extLst>
          </p:cNvPr>
          <p:cNvSpPr/>
          <p:nvPr userDrawn="1"/>
        </p:nvSpPr>
        <p:spPr>
          <a:xfrm>
            <a:off x="1137920" y="51974"/>
            <a:ext cx="1315233" cy="6263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模板</a:t>
            </a:r>
            <a:r>
              <a:rPr kumimoji="1" lang="en-US" altLang="zh-CN" dirty="0"/>
              <a:t>123s</a:t>
            </a:r>
            <a:endParaRPr kumimoji="1"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49B1DE2-39B7-B900-5ECF-D85B2CC64318}"/>
              </a:ext>
            </a:extLst>
          </p:cNvPr>
          <p:cNvSpPr/>
          <p:nvPr userDrawn="1"/>
        </p:nvSpPr>
        <p:spPr>
          <a:xfrm>
            <a:off x="111760" y="1229360"/>
            <a:ext cx="1036320" cy="3454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layout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9238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9F7757-81CC-6D35-A253-F2D12D7D7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51A5D3-4AC9-83E5-6DE6-219A8AE48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6F4321-A342-B6EE-719B-AF739ADA8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6CEEE-49A2-A4BB-9DAB-ED8771EE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116065-DA5A-A109-0C91-1255A28F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011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C0605-C3E2-2E03-87FA-A666A5F6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BA7AF0-9F16-D6FC-996E-A478791A7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5E7026-A2F7-B852-DCBC-A5CB321B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D398D1-234E-FEEE-FE18-16ACF676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DC7016-73E6-44F5-66AE-F80B527AF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824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3170B-1C68-F148-08C6-36244074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587DB7-904E-8BC2-1C2C-02445CE650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91900-985B-5566-B9C5-BA292BB7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46F506-355D-2243-B359-803E8C85B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DBD83B-B41C-6ACF-EDFC-98CED4A64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4C647C-0D9E-26A0-5F87-12E5B633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9516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A1F08-006C-C23C-68C9-DEC506173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09544E-E278-071E-7CE9-0842A55C8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E2BE6-C4C9-A9AA-309C-40535222D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BC3F37-4364-BC81-8464-BA65DC728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0F6108-CADF-0DF9-F08A-2736FC1E50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DBCBAA-17B9-C144-C98D-7CA60243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5D3FF2-7A0B-FB90-45F8-579CDF1A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6599AA-4E0E-73A2-25B5-91CDF42C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302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B16B8-E29A-B705-7103-649F854D8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B8DB81-54F0-E55B-F748-96626A259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B72632-03D5-F979-4429-B793ABA5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7A16E7-4773-91C2-4BED-D626D829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5537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E4179E-3DE0-6F2C-308A-4D0A6798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5DC370-4113-B2C8-D323-15044C529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AA1DF-388D-85B8-A341-0EAAFF28E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065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2412D-1F20-C81A-E74F-AB4B23B4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CF0AD-E75D-BDBE-B188-8483ADC4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59AFF7-8913-CDD0-EBFB-F02F09A4A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6669E3-031D-7405-7A08-C29A1B49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1572D3-25C4-5ACA-B1C2-5FCA9402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590CC2-B926-BC7D-D487-B38560E7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319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AB8DA-FB72-7274-D80D-5D6D2D66D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6DB4D5E-81A9-DD51-B9A6-3C06E8449A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089BE0-436C-E770-D0F5-2CF3C0BA4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2AFCC2-1944-B7B4-282F-3053B12F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3F8E00-4B06-8EE5-046C-480907926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54A152-96F5-2672-42AF-9D795428D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3797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212B72-7D1F-131C-C7A8-4ACC5AC9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FF8473-0D90-79D1-DF95-EA35D8369C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D643B2-2BB5-AC0D-0240-DD8A2241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292FFD-7449-5EB4-33BE-08D1963B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0A743-F574-1C86-D97F-54ADD6CA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6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C678A6-F1ED-A071-52E7-1460AD9A2E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8CC8058-7713-576D-7519-612425DFA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E40CCD-BC2D-8DD4-5896-43DD0F85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9E585-DCC5-972F-BD31-FCAFB429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ECCBA5-BBCF-1E99-46CC-53E9EE0B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1580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alpha val="75658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4D6CAD7-2053-C4C2-8C91-F4E8E1CB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zh-CN" dirty="0" err="1"/>
              <a:t>aaaaa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038487-3301-9E37-74BF-A13848071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E2B883-D08C-F7B9-6356-E0533BAA9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66922-C78F-E14C-A6FB-A4B546F5A82C}" type="datetimeFigureOut">
              <a:rPr kumimoji="1" lang="zh-CN" altLang="en-US" smtClean="0"/>
              <a:t>2024/11/28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885FCB-1E3C-4797-3E65-7DF3CF72A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4CB482-B1F6-F1A0-AE25-E535D692C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C7BF6D-B4F9-E643-9ABA-1BBE099755A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37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8E8FBD-E29A-8869-5A27-C88E713CA7F1}"/>
              </a:ext>
            </a:extLst>
          </p:cNvPr>
          <p:cNvSpPr/>
          <p:nvPr/>
        </p:nvSpPr>
        <p:spPr>
          <a:xfrm>
            <a:off x="2481943" y="1828800"/>
            <a:ext cx="1959428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8560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15968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首页标题</dc:title>
  <dc:creator>Microsoft Office User</dc:creator>
  <cp:lastModifiedBy>Microsoft Office User</cp:lastModifiedBy>
  <cp:revision>409</cp:revision>
  <dcterms:created xsi:type="dcterms:W3CDTF">2024-09-30T07:47:55Z</dcterms:created>
  <dcterms:modified xsi:type="dcterms:W3CDTF">2024-11-28T11:31:52Z</dcterms:modified>
</cp:coreProperties>
</file>