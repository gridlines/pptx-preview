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34"/>
    <p:restoredTop sz="94648"/>
  </p:normalViewPr>
  <p:slideViewPr>
    <p:cSldViewPr snapToGrid="0">
      <p:cViewPr varScale="1">
        <p:scale>
          <a:sx n="117" d="100"/>
          <a:sy n="117" d="100"/>
        </p:scale>
        <p:origin x="5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5468EC6A-5C05-8085-7CB5-0C6ECFCB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B493391D-2008-5543-A9CC-BD91D50A4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709238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9F7757-81CC-6D35-A253-F2D12D7D7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51A5D3-4AC9-83E5-6DE6-219A8AE48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6F4321-A342-B6EE-719B-AF739ADA8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66922-C78F-E14C-A6FB-A4B546F5A82C}" type="datetimeFigureOut">
              <a:rPr kumimoji="1" lang="zh-CN" altLang="en-US" smtClean="0"/>
              <a:t>2024/10/6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F6CEEE-49A2-A4BB-9DAB-ED8771EE8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116065-DA5A-A109-0C91-1255A28F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BF6D-B4F9-E643-9ABA-1BBE099755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5011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9C0605-C3E2-2E03-87FA-A666A5F6C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BA7AF0-9F16-D6FC-996E-A478791A7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5E7026-A2F7-B852-DCBC-A5CB321B4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66922-C78F-E14C-A6FB-A4B546F5A82C}" type="datetimeFigureOut">
              <a:rPr kumimoji="1" lang="zh-CN" altLang="en-US" smtClean="0"/>
              <a:t>2024/10/6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D398D1-234E-FEEE-FE18-16ACF6764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DC7016-73E6-44F5-66AE-F80B527AF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BF6D-B4F9-E643-9ABA-1BBE099755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8824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43170B-1C68-F148-08C6-362440746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587DB7-904E-8BC2-1C2C-02445CE650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191900-985B-5566-B9C5-BA292BB76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46F506-355D-2243-B359-803E8C85B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66922-C78F-E14C-A6FB-A4B546F5A82C}" type="datetimeFigureOut">
              <a:rPr kumimoji="1" lang="zh-CN" altLang="en-US" smtClean="0"/>
              <a:t>2024/10/6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DBD83B-B41C-6ACF-EDFC-98CED4A64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4C647C-0D9E-26A0-5F87-12E5B6333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BF6D-B4F9-E643-9ABA-1BBE099755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59516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8A1F08-006C-C23C-68C9-DEC506173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09544E-E278-071E-7CE9-0842A55C8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4E2BE6-C4C9-A9AA-309C-40535222DD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9BC3F37-4364-BC81-8464-BA65DC7287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0F6108-CADF-0DF9-F08A-2736FC1E50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DBCBAA-17B9-C144-C98D-7CA602432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66922-C78F-E14C-A6FB-A4B546F5A82C}" type="datetimeFigureOut">
              <a:rPr kumimoji="1" lang="zh-CN" altLang="en-US" smtClean="0"/>
              <a:t>2024/10/6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25D3FF2-7A0B-FB90-45F8-579CDF1AE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26599AA-4E0E-73A2-25B5-91CDF42C5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BF6D-B4F9-E643-9ABA-1BBE099755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3025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B16B8-E29A-B705-7103-649F854D8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FB8DB81-54F0-E55B-F748-96626A259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66922-C78F-E14C-A6FB-A4B546F5A82C}" type="datetimeFigureOut">
              <a:rPr kumimoji="1" lang="zh-CN" altLang="en-US" smtClean="0"/>
              <a:t>2024/10/6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DB72632-03D5-F979-4429-B793ABA50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47A16E7-4773-91C2-4BED-D626D829B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BF6D-B4F9-E643-9ABA-1BBE099755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65537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E4179E-3DE0-6F2C-308A-4D0A67989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66922-C78F-E14C-A6FB-A4B546F5A82C}" type="datetimeFigureOut">
              <a:rPr kumimoji="1" lang="zh-CN" altLang="en-US" smtClean="0"/>
              <a:t>2024/10/6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25DC370-4113-B2C8-D323-15044C529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EAA1DF-388D-85B8-A341-0EAAFF28E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BF6D-B4F9-E643-9ABA-1BBE099755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0656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C2412D-1F20-C81A-E74F-AB4B23B47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7CF0AD-E75D-BDBE-B188-8483ADC42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59AFF7-8913-CDD0-EBFB-F02F09A4A1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6669E3-031D-7405-7A08-C29A1B496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66922-C78F-E14C-A6FB-A4B546F5A82C}" type="datetimeFigureOut">
              <a:rPr kumimoji="1" lang="zh-CN" altLang="en-US" smtClean="0"/>
              <a:t>2024/10/6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1572D3-25C4-5ACA-B1C2-5FCA9402B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590CC2-B926-BC7D-D487-B38560E77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BF6D-B4F9-E643-9ABA-1BBE099755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3197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8AB8DA-FB72-7274-D80D-5D6D2D66D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6DB4D5E-81A9-DD51-B9A6-3C06E8449A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089BE0-436C-E770-D0F5-2CF3C0BA4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2AFCC2-1944-B7B4-282F-3053B12FC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66922-C78F-E14C-A6FB-A4B546F5A82C}" type="datetimeFigureOut">
              <a:rPr kumimoji="1" lang="zh-CN" altLang="en-US" smtClean="0"/>
              <a:t>2024/10/6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3F8E00-4B06-8EE5-046C-480907926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54A152-96F5-2672-42AF-9D795428D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BF6D-B4F9-E643-9ABA-1BBE099755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3797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212B72-7D1F-131C-C7A8-4ACC5AC92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FF8473-0D90-79D1-DF95-EA35D8369C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D643B2-2BB5-AC0D-0240-DD8A22415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66922-C78F-E14C-A6FB-A4B546F5A82C}" type="datetimeFigureOut">
              <a:rPr kumimoji="1" lang="zh-CN" altLang="en-US" smtClean="0"/>
              <a:t>2024/10/6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292FFD-7449-5EB4-33BE-08D1963B8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00A743-F574-1C86-D97F-54ADD6CA8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BF6D-B4F9-E643-9ABA-1BBE099755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62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4C678A6-F1ED-A071-52E7-1460AD9A2E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8CC8058-7713-576D-7519-612425DFA7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E40CCD-BC2D-8DD4-5896-43DD0F858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66922-C78F-E14C-A6FB-A4B546F5A82C}" type="datetimeFigureOut">
              <a:rPr kumimoji="1" lang="zh-CN" altLang="en-US" smtClean="0"/>
              <a:t>2024/10/6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79E585-DCC5-972F-BD31-FCAFB429A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ECCBA5-BBCF-1E99-46CC-53E9EE0B4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BF6D-B4F9-E643-9ABA-1BBE099755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1580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4D6CAD7-2053-C4C2-8C91-F4E8E1CB1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038487-3301-9E37-74BF-A13848071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E2B883-D08C-F7B9-6356-E0533BAA9B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66922-C78F-E14C-A6FB-A4B546F5A82C}" type="datetimeFigureOut">
              <a:rPr kumimoji="1" lang="zh-CN" altLang="en-US" smtClean="0"/>
              <a:t>2024/10/6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885FCB-1E3C-4797-3E65-7DF3CF72AC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4CB482-B1F6-F1A0-AE25-E535D692C8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7BF6D-B4F9-E643-9ABA-1BBE099755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37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6">
            <a:extLst>
              <a:ext uri="{FF2B5EF4-FFF2-40B4-BE49-F238E27FC236}">
                <a16:creationId xmlns:a16="http://schemas.microsoft.com/office/drawing/2014/main" id="{E6137684-AF4A-8BED-732E-FAD66943C585}"/>
              </a:ext>
            </a:extLst>
          </p:cNvPr>
          <p:cNvSpPr txBox="1">
            <a:spLocks/>
          </p:cNvSpPr>
          <p:nvPr/>
        </p:nvSpPr>
        <p:spPr>
          <a:xfrm>
            <a:off x="838200" y="339725"/>
            <a:ext cx="32983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事实上事</a:t>
            </a:r>
            <a:endParaRPr lang="zh-CN" altLang="en-US" dirty="0"/>
          </a:p>
        </p:txBody>
      </p:sp>
      <p:sp>
        <p:nvSpPr>
          <p:cNvPr id="16" name="标题 6">
            <a:extLst>
              <a:ext uri="{FF2B5EF4-FFF2-40B4-BE49-F238E27FC236}">
                <a16:creationId xmlns:a16="http://schemas.microsoft.com/office/drawing/2014/main" id="{38BD39E3-A584-2A6C-0BD2-F45841317703}"/>
              </a:ext>
            </a:extLst>
          </p:cNvPr>
          <p:cNvSpPr txBox="1">
            <a:spLocks/>
          </p:cNvSpPr>
          <p:nvPr/>
        </p:nvSpPr>
        <p:spPr>
          <a:xfrm>
            <a:off x="838200" y="1665288"/>
            <a:ext cx="383177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测试哈哈哈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2589CE9-93E5-C88F-AFFF-FD165DE62941}"/>
              </a:ext>
            </a:extLst>
          </p:cNvPr>
          <p:cNvSpPr txBox="1"/>
          <p:nvPr/>
        </p:nvSpPr>
        <p:spPr>
          <a:xfrm>
            <a:off x="838200" y="2910918"/>
            <a:ext cx="3298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横排文本框</a:t>
            </a:r>
            <a:r>
              <a:rPr kumimoji="1" lang="en-US" altLang="zh-CN" dirty="0"/>
              <a:t>1</a:t>
            </a:r>
            <a:r>
              <a:rPr kumimoji="1" lang="zh-CN" altLang="en-US" dirty="0"/>
              <a:t>，普通文本框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F38B0C7-4454-C637-2E38-BDEDA6FDCDC3}"/>
              </a:ext>
            </a:extLst>
          </p:cNvPr>
          <p:cNvSpPr txBox="1"/>
          <p:nvPr/>
        </p:nvSpPr>
        <p:spPr>
          <a:xfrm>
            <a:off x="838200" y="3429000"/>
            <a:ext cx="3298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8203D65-DFE2-0132-3C8B-FE8169A42B2D}"/>
              </a:ext>
            </a:extLst>
          </p:cNvPr>
          <p:cNvSpPr txBox="1"/>
          <p:nvPr/>
        </p:nvSpPr>
        <p:spPr>
          <a:xfrm>
            <a:off x="838200" y="4202714"/>
            <a:ext cx="3298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9A5511F-E879-481B-6BA9-1647D878D7C3}"/>
              </a:ext>
            </a:extLst>
          </p:cNvPr>
          <p:cNvSpPr txBox="1"/>
          <p:nvPr/>
        </p:nvSpPr>
        <p:spPr>
          <a:xfrm>
            <a:off x="838200" y="4976428"/>
            <a:ext cx="3298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  <a:p>
            <a:pPr marL="400050" indent="-400050">
              <a:buFont typeface="+mj-lt"/>
              <a:buAutoNum type="romanUcPeriod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4D9828B-FA6E-2A8B-3647-2156AAD28380}"/>
              </a:ext>
            </a:extLst>
          </p:cNvPr>
          <p:cNvSpPr txBox="1"/>
          <p:nvPr/>
        </p:nvSpPr>
        <p:spPr>
          <a:xfrm>
            <a:off x="838200" y="5871944"/>
            <a:ext cx="3298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  <a:p>
            <a:pPr marL="342900" indent="-342900">
              <a:buFont typeface="+mj-lt"/>
              <a:buAutoNum type="alphaUcPeriod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CF3B305-4C3A-C4C2-F14C-2DD76965F031}"/>
              </a:ext>
            </a:extLst>
          </p:cNvPr>
          <p:cNvSpPr txBox="1"/>
          <p:nvPr/>
        </p:nvSpPr>
        <p:spPr>
          <a:xfrm>
            <a:off x="4419602" y="1886507"/>
            <a:ext cx="3298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  <a:p>
            <a:pPr marL="342900" indent="-342900">
              <a:buFont typeface="+mj-lt"/>
              <a:buAutoNum type="alphaLcParenR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6BE535D-3A99-7723-4A68-E5C728B5A5DD}"/>
              </a:ext>
            </a:extLst>
          </p:cNvPr>
          <p:cNvSpPr txBox="1"/>
          <p:nvPr/>
        </p:nvSpPr>
        <p:spPr>
          <a:xfrm>
            <a:off x="4419602" y="2936841"/>
            <a:ext cx="3298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LcPeriod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  <a:p>
            <a:pPr marL="342900" indent="-342900">
              <a:buFont typeface="+mj-lt"/>
              <a:buAutoNum type="alphaLcPeriod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6EF2B83-A467-4472-68CF-2802AEDDB1C1}"/>
              </a:ext>
            </a:extLst>
          </p:cNvPr>
          <p:cNvSpPr txBox="1"/>
          <p:nvPr/>
        </p:nvSpPr>
        <p:spPr>
          <a:xfrm>
            <a:off x="4419602" y="3778931"/>
            <a:ext cx="3298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Font typeface="+mj-ea"/>
              <a:buAutoNum type="ea1JpnChsDbPeriod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  <a:p>
            <a:pPr marL="400050" indent="-400050">
              <a:buFont typeface="+mj-ea"/>
              <a:buAutoNum type="ea1JpnChsDbPeriod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1E5F91D-FB5A-DDA8-AC4D-972EE9B7B127}"/>
              </a:ext>
            </a:extLst>
          </p:cNvPr>
          <p:cNvSpPr txBox="1"/>
          <p:nvPr/>
        </p:nvSpPr>
        <p:spPr>
          <a:xfrm>
            <a:off x="4419602" y="4654608"/>
            <a:ext cx="32983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dirty="0"/>
              <a:t>子节点</a:t>
            </a:r>
            <a:r>
              <a:rPr kumimoji="1" lang="en-US" altLang="zh-CN" dirty="0"/>
              <a:t>1</a:t>
            </a:r>
          </a:p>
          <a:p>
            <a:pPr marL="1257300" lvl="2" indent="-342900">
              <a:buFont typeface="+mj-lt"/>
              <a:buAutoNum type="arabicPeriod"/>
            </a:pPr>
            <a:r>
              <a:rPr kumimoji="1" lang="zh-CN" altLang="en-US" dirty="0"/>
              <a:t>三级</a:t>
            </a:r>
            <a:endParaRPr kumimoji="1" lang="en-US" altLang="zh-CN" dirty="0"/>
          </a:p>
          <a:p>
            <a:pPr marL="1714500" lvl="3" indent="-342900">
              <a:buFont typeface="+mj-lt"/>
              <a:buAutoNum type="arabicPeriod"/>
            </a:pPr>
            <a:r>
              <a:rPr kumimoji="1" lang="zh-CN" altLang="en-US" dirty="0"/>
              <a:t>司机</a:t>
            </a:r>
            <a:endParaRPr kumimoji="1" lang="en-US" altLang="zh-CN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dirty="0"/>
              <a:t>子节点</a:t>
            </a:r>
            <a:r>
              <a:rPr kumimoji="1" lang="en-US" altLang="zh-CN" dirty="0"/>
              <a:t>2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B0D631B-D6E2-11DC-ED3E-5698D2FF26FD}"/>
              </a:ext>
            </a:extLst>
          </p:cNvPr>
          <p:cNvSpPr txBox="1"/>
          <p:nvPr/>
        </p:nvSpPr>
        <p:spPr>
          <a:xfrm>
            <a:off x="8251373" y="157866"/>
            <a:ext cx="3298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l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  <a:p>
            <a:pPr marL="285750" indent="-285750">
              <a:buFont typeface="Wingdings" pitchFamily="2" charset="2"/>
              <a:buChar char="l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E85DB0E-5528-FFA5-FA49-C5D50CE10A89}"/>
              </a:ext>
            </a:extLst>
          </p:cNvPr>
          <p:cNvSpPr txBox="1"/>
          <p:nvPr/>
        </p:nvSpPr>
        <p:spPr>
          <a:xfrm>
            <a:off x="8278589" y="1018668"/>
            <a:ext cx="3298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n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  <a:p>
            <a:pPr marL="285750" indent="-285750">
              <a:buFont typeface="Wingdings" pitchFamily="2" charset="2"/>
              <a:buChar char="n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C9B74D1-1F6F-EF91-452C-423DAB5AB799}"/>
              </a:ext>
            </a:extLst>
          </p:cNvPr>
          <p:cNvSpPr txBox="1"/>
          <p:nvPr/>
        </p:nvSpPr>
        <p:spPr>
          <a:xfrm>
            <a:off x="8311244" y="1908602"/>
            <a:ext cx="3298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  <a:p>
            <a:pPr marL="285750" indent="-285750">
              <a:buFont typeface="Wingdings" pitchFamily="2" charset="2"/>
              <a:buChar char="u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9D721E4-B90B-E0F7-D097-91A653C7E31C}"/>
              </a:ext>
            </a:extLst>
          </p:cNvPr>
          <p:cNvSpPr txBox="1"/>
          <p:nvPr/>
        </p:nvSpPr>
        <p:spPr>
          <a:xfrm>
            <a:off x="8311244" y="2669855"/>
            <a:ext cx="3298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p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  <a:p>
            <a:pPr marL="285750" indent="-285750">
              <a:buFont typeface="Wingdings" pitchFamily="2" charset="2"/>
              <a:buChar char="p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AB50074-8105-42F3-41FE-A1C8FA550964}"/>
              </a:ext>
            </a:extLst>
          </p:cNvPr>
          <p:cNvSpPr txBox="1"/>
          <p:nvPr/>
        </p:nvSpPr>
        <p:spPr>
          <a:xfrm>
            <a:off x="8311244" y="3455765"/>
            <a:ext cx="3298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  <a:p>
            <a:pPr marL="285750" indent="-285750">
              <a:buFont typeface="Wingdings" pitchFamily="2" charset="2"/>
              <a:buChar char="ü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79F3981-1534-646A-ABD3-BA1BBE5F45C9}"/>
              </a:ext>
            </a:extLst>
          </p:cNvPr>
          <p:cNvSpPr txBox="1"/>
          <p:nvPr/>
        </p:nvSpPr>
        <p:spPr>
          <a:xfrm>
            <a:off x="8278589" y="4202714"/>
            <a:ext cx="3298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  <a:p>
            <a:pPr marL="285750" indent="-285750">
              <a:buFont typeface="Wingdings" pitchFamily="2" charset="2"/>
              <a:buChar char="Ø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FC99E1F-93E9-6426-85F1-97EA9A480055}"/>
              </a:ext>
            </a:extLst>
          </p:cNvPr>
          <p:cNvSpPr txBox="1"/>
          <p:nvPr/>
        </p:nvSpPr>
        <p:spPr>
          <a:xfrm>
            <a:off x="8278589" y="4988624"/>
            <a:ext cx="3298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009A6EC-B51C-D45D-3F78-FEB3FB2FD8AE}"/>
              </a:ext>
            </a:extLst>
          </p:cNvPr>
          <p:cNvSpPr txBox="1"/>
          <p:nvPr/>
        </p:nvSpPr>
        <p:spPr>
          <a:xfrm>
            <a:off x="8251373" y="5871944"/>
            <a:ext cx="329837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n"/>
            </a:pPr>
            <a:r>
              <a:rPr kumimoji="1" lang="zh-CN" altLang="en-US" dirty="0"/>
              <a:t>横排文本框数字形式</a:t>
            </a:r>
            <a:endParaRPr kumimoji="1" lang="en-US" altLang="zh-CN" dirty="0"/>
          </a:p>
          <a:p>
            <a:pPr marL="742950" lvl="1" indent="-285750">
              <a:buFont typeface="Wingdings" pitchFamily="2" charset="2"/>
              <a:buChar char="n"/>
            </a:pPr>
            <a:r>
              <a:rPr kumimoji="1" lang="zh-CN" altLang="en-US" dirty="0"/>
              <a:t>顶顶顶顶</a:t>
            </a:r>
            <a:endParaRPr kumimoji="1" lang="en-US" altLang="zh-CN" dirty="0"/>
          </a:p>
          <a:p>
            <a:pPr marL="1200150" lvl="2" indent="-285750">
              <a:buFont typeface="Wingdings" pitchFamily="2" charset="2"/>
              <a:buChar char="n"/>
            </a:pPr>
            <a:r>
              <a:rPr kumimoji="1" lang="zh-CN" altLang="en-US" sz="1200" dirty="0"/>
              <a:t>事实上事</a:t>
            </a:r>
            <a:endParaRPr kumimoji="1"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1140895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3613</TotalTime>
  <Words>181</Words>
  <Application>Microsoft Macintosh PowerPoint</Application>
  <PresentationFormat>宽屏</PresentationFormat>
  <Paragraphs>40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Wingdings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首页标题</dc:title>
  <dc:creator>Microsoft Office User</dc:creator>
  <cp:lastModifiedBy>Microsoft Office User</cp:lastModifiedBy>
  <cp:revision>21</cp:revision>
  <dcterms:created xsi:type="dcterms:W3CDTF">2024-09-30T07:47:55Z</dcterms:created>
  <dcterms:modified xsi:type="dcterms:W3CDTF">2024-10-06T10:44:47Z</dcterms:modified>
</cp:coreProperties>
</file>