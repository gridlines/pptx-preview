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886" r:id="rId1"/>
  </p:sldMasterIdLst>
  <p:sldIdLst>
    <p:sldId id="256" r:id="rId2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23460"/>
    <a:srgbClr val="560C10"/>
    <a:srgbClr val="3568E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1E4AEA4-8DFA-4A89-87EB-49C32662AFE0}" styleName="中度样式 2 - 强调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F5AB1C69-6EDB-4FF4-983F-18BD219EF322}" styleName="中度样式 2 - 强调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2A488322-F2BA-4B5B-9748-0D474271808F}" styleName="中度样式 3 - 强调 6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74C1A8A3-306A-4EB7-A6B1-4F7E0EB9C5D6}" styleName="中度样式 3 - 强调 5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EB9631B5-78F2-41C9-869B-9F39066F8104}" styleName="中度样式 3 - 强调 4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4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0"/>
    <p:restoredTop sz="94648"/>
  </p:normalViewPr>
  <p:slideViewPr>
    <p:cSldViewPr snapToGrid="0">
      <p:cViewPr varScale="1">
        <p:scale>
          <a:sx n="117" d="100"/>
          <a:sy n="117" d="100"/>
        </p:scale>
        <p:origin x="360" y="16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FB07657-B30A-05F1-D892-6E07F6E5F31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85BF8A7E-52C5-7769-7A59-292E2319BA2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E4CB37F9-E348-B4D5-9792-F7303A418B0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DDD562-5EBC-B449-BFC7-7FE1CCF22E02}" type="datetimeFigureOut">
              <a:rPr kumimoji="1" lang="zh-CN" altLang="en-US" smtClean="0"/>
              <a:t>2024/11/16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AC31BB69-D9B9-3FD5-CC7D-229D2161B7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B59EBA5F-9154-96C4-B3AE-E5CE17DCC8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8E5EA5-106F-C34A-A699-1FFC035A6A08}" type="slidenum">
              <a:rPr kumimoji="1" lang="zh-CN" altLang="en-US" smtClean="0"/>
              <a:t>‹#›</a:t>
            </a:fld>
            <a:endParaRPr kumimoji="1" lang="zh-CN" altLang="en-US"/>
          </a:p>
        </p:txBody>
      </p:sp>
      <p:sp>
        <p:nvSpPr>
          <p:cNvPr id="7" name="椭圆 6">
            <a:extLst>
              <a:ext uri="{FF2B5EF4-FFF2-40B4-BE49-F238E27FC236}">
                <a16:creationId xmlns:a16="http://schemas.microsoft.com/office/drawing/2014/main" id="{9E1A00F0-AAB3-A22C-146F-B1ADF0193968}"/>
              </a:ext>
            </a:extLst>
          </p:cNvPr>
          <p:cNvSpPr/>
          <p:nvPr userDrawn="1"/>
        </p:nvSpPr>
        <p:spPr>
          <a:xfrm>
            <a:off x="342900" y="419100"/>
            <a:ext cx="914400" cy="81280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15294111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157AD86-299B-DB2C-0450-894C5C3C8BD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 dirty="0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FB368E51-16E1-5B6F-407B-D7E434C5089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7825BF98-F639-D5ED-D61E-E891C31E8B0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DDD562-5EBC-B449-BFC7-7FE1CCF22E02}" type="datetimeFigureOut">
              <a:rPr kumimoji="1" lang="zh-CN" altLang="en-US" smtClean="0"/>
              <a:t>2024/11/16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A688795C-1EA3-2DDD-802B-5FACCBEF1F4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F5D93676-C74B-7343-5E1A-74F9CC1383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8E5EA5-106F-C34A-A699-1FFC035A6A08}" type="slidenum">
              <a:rPr kumimoji="1" lang="zh-CN" altLang="en-US" smtClean="0"/>
              <a:t>‹#›</a:t>
            </a:fld>
            <a:endParaRPr kumimoji="1" lang="zh-CN" altLang="en-US"/>
          </a:p>
        </p:txBody>
      </p:sp>
      <p:sp>
        <p:nvSpPr>
          <p:cNvPr id="7" name="三角形 6">
            <a:extLst>
              <a:ext uri="{FF2B5EF4-FFF2-40B4-BE49-F238E27FC236}">
                <a16:creationId xmlns:a16="http://schemas.microsoft.com/office/drawing/2014/main" id="{A15C03B9-0164-D274-EB14-A3D976878187}"/>
              </a:ext>
            </a:extLst>
          </p:cNvPr>
          <p:cNvSpPr/>
          <p:nvPr userDrawn="1"/>
        </p:nvSpPr>
        <p:spPr>
          <a:xfrm>
            <a:off x="330200" y="203200"/>
            <a:ext cx="508000" cy="749300"/>
          </a:xfrm>
          <a:prstGeom prst="triangle">
            <a:avLst/>
          </a:prstGeom>
          <a:solidFill>
            <a:schemeClr val="accent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97260885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F57A7B8-6B13-E3D5-4112-5387ABBF523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CE5A27F4-0C0D-ED6D-47FA-56AD05A6EA6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95DE8E68-A99B-FA01-03F9-4360C12471F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DDD562-5EBC-B449-BFC7-7FE1CCF22E02}" type="datetimeFigureOut">
              <a:rPr kumimoji="1" lang="zh-CN" altLang="en-US" smtClean="0"/>
              <a:t>2024/11/16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F69F0AB6-36D7-C2DB-ADDB-19C52B8A914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551BD9DB-072B-1F40-B4EB-C0F476DAB2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8E5EA5-106F-C34A-A699-1FFC035A6A08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01945832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B518945-CC6C-48E8-86C6-C1A539CE789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90DADAB5-C080-3C2A-09DB-401288DC893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434AFDED-727F-3CDE-E143-C183F6B50F6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493C9CD9-13FC-B741-0E00-691113CC603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DDD562-5EBC-B449-BFC7-7FE1CCF22E02}" type="datetimeFigureOut">
              <a:rPr kumimoji="1" lang="zh-CN" altLang="en-US" smtClean="0"/>
              <a:t>2024/11/16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C623D45A-82FD-2C89-710F-22A602F1A00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6AFEF29D-A853-0A26-7662-5D9E73E6A4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8E5EA5-106F-C34A-A699-1FFC035A6A08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246882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340F279-3D2B-4D69-696F-D413D981A64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D0A73458-C019-7F12-F883-2932AECF40D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AD1BA151-2974-5F64-CBAD-F4F434FD844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D009A0F9-F163-2C89-E870-30B7861D128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B05817BF-5788-5F3E-BD7D-5923F2FCF58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9212E3FD-B859-9CCE-095F-A357E0868C9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DDD562-5EBC-B449-BFC7-7FE1CCF22E02}" type="datetimeFigureOut">
              <a:rPr kumimoji="1" lang="zh-CN" altLang="en-US" smtClean="0"/>
              <a:t>2024/11/16</a:t>
            </a:fld>
            <a:endParaRPr kumimoji="1"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9ECC3054-C82C-FDCB-D6BC-EDA5D60AC94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A327D88E-5D3F-1F37-E718-35B69F7096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8E5EA5-106F-C34A-A699-1FFC035A6A08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28312618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BC8208D-B2A0-1660-BC65-CF8CE3A7E49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lIns="90000"/>
          <a:lstStyle>
            <a:lvl1pPr>
              <a:defRPr>
                <a:ln>
                  <a:noFill/>
                </a:ln>
              </a:defRPr>
            </a:lvl1pPr>
          </a:lstStyle>
          <a:p>
            <a:r>
              <a:rPr kumimoji="1" lang="zh-CN" altLang="en-US" dirty="0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20171DC3-3773-5DA9-3163-2C233AAB350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DDD562-5EBC-B449-BFC7-7FE1CCF22E02}" type="datetimeFigureOut">
              <a:rPr kumimoji="1" lang="zh-CN" altLang="en-US" smtClean="0"/>
              <a:t>2024/11/16</a:t>
            </a:fld>
            <a:endParaRPr kumimoji="1"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02D12F02-380F-8F54-03E8-5EA22716B09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F5457FC5-2EA2-1E9B-718C-887B40E9AD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8E5EA5-106F-C34A-A699-1FFC035A6A08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19299102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E011869B-E01C-CF87-7079-FA71618B691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DDD562-5EBC-B449-BFC7-7FE1CCF22E02}" type="datetimeFigureOut">
              <a:rPr kumimoji="1" lang="zh-CN" altLang="en-US" smtClean="0"/>
              <a:t>2024/11/16</a:t>
            </a:fld>
            <a:endParaRPr kumimoji="1"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C3D68250-A231-C5DA-99DE-9AAFF1D8CD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1F475AFE-64DF-9F57-11BD-B9E16E4828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8E5EA5-106F-C34A-A699-1FFC035A6A08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92602013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E7C3227-B933-3F18-5F15-44E4F3856EA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C3EC215C-2E63-124E-9636-098364B1ABC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B72BB483-A25A-4413-01DB-1AFE41B5C3F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C6C01186-3E33-C8E4-E960-EB33B232F52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DDD562-5EBC-B449-BFC7-7FE1CCF22E02}" type="datetimeFigureOut">
              <a:rPr kumimoji="1" lang="zh-CN" altLang="en-US" smtClean="0"/>
              <a:t>2024/11/16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AF3A8B63-F4D5-4303-1FEC-57E8F6E3AE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61EE348C-6D4C-4D04-0B93-1A903129F7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8E5EA5-106F-C34A-A699-1FFC035A6A08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79181644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8D34809-DD92-0CF4-D37F-284A974A3A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 dirty="0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FB77F5F8-F7D0-C30E-CC9F-E8034749A33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8C77FC88-F29B-241C-9170-98E3D96BB17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0F062A41-E0DE-B12B-6A60-B20C0E92B69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DDD562-5EBC-B449-BFC7-7FE1CCF22E02}" type="datetimeFigureOut">
              <a:rPr kumimoji="1" lang="zh-CN" altLang="en-US" smtClean="0"/>
              <a:t>2024/11/16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09B63657-9C50-0876-61BC-17D81B5D87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B454CA91-F6D2-1AF9-8C22-C02FBF787A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8E5EA5-106F-C34A-A699-1FFC035A6A08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03705607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6C17CED-4B89-08CB-E7C5-18025C09047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D379D7D5-6ED9-4495-9C07-7715044CD9D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5E5E1B76-242F-53EC-79A3-ACB7ECA46D8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DDD562-5EBC-B449-BFC7-7FE1CCF22E02}" type="datetimeFigureOut">
              <a:rPr kumimoji="1" lang="zh-CN" altLang="en-US" smtClean="0"/>
              <a:t>2024/11/16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E8EFA35D-9856-C8AD-0F1C-252B2812DB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56559EBF-8C97-21DF-374D-C73B9B0625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8E5EA5-106F-C34A-A699-1FFC035A6A08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1662523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A434D885-5093-2449-1AA1-7AD989132A8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058FEA6D-FE6A-B42E-19D3-78DB8C88032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11E2E5FE-96D6-713E-E5A9-AC38CE409FD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DDD562-5EBC-B449-BFC7-7FE1CCF22E02}" type="datetimeFigureOut">
              <a:rPr kumimoji="1" lang="zh-CN" altLang="en-US" smtClean="0"/>
              <a:t>2024/11/16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8A85E264-61A4-2AFF-31B6-B93F6B55D7C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78A5C52C-AD0F-13E9-58BA-64EA268D37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8E5EA5-106F-C34A-A699-1FFC035A6A08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58402006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9D62C94E-BC94-CAA3-06E2-23C9E9239E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C637309C-221A-5D87-A185-9F41F70F0BE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5F1F8098-DE6B-1CF6-6173-F19DFA25805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3DDD562-5EBC-B449-BFC7-7FE1CCF22E02}" type="datetimeFigureOut">
              <a:rPr kumimoji="1" lang="zh-CN" altLang="en-US" smtClean="0"/>
              <a:t>2024/11/16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73223182-8103-DA6B-8D30-FE87A276B99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111EEDBC-80AC-88AE-6C4E-D146F10D0D4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68E5EA5-106F-C34A-A699-1FFC035A6A08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082331405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887" r:id="rId1"/>
    <p:sldLayoutId id="2147483888" r:id="rId2"/>
    <p:sldLayoutId id="2147483889" r:id="rId3"/>
    <p:sldLayoutId id="2147483890" r:id="rId4"/>
    <p:sldLayoutId id="2147483891" r:id="rId5"/>
    <p:sldLayoutId id="2147483892" r:id="rId6"/>
    <p:sldLayoutId id="2147483893" r:id="rId7"/>
    <p:sldLayoutId id="2147483894" r:id="rId8"/>
    <p:sldLayoutId id="2147483895" r:id="rId9"/>
    <p:sldLayoutId id="2147483896" r:id="rId10"/>
    <p:sldLayoutId id="2147483897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/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表格 1">
            <a:extLst>
              <a:ext uri="{FF2B5EF4-FFF2-40B4-BE49-F238E27FC236}">
                <a16:creationId xmlns:a16="http://schemas.microsoft.com/office/drawing/2014/main" id="{68B273AC-5A0A-0EA1-4C55-F034756B9DE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78121094"/>
              </p:ext>
            </p:extLst>
          </p:nvPr>
        </p:nvGraphicFramePr>
        <p:xfrm>
          <a:off x="2032000" y="719666"/>
          <a:ext cx="8128000" cy="1112520"/>
        </p:xfrm>
        <a:graphic>
          <a:graphicData uri="http://schemas.openxmlformats.org/drawingml/2006/table">
            <a:tbl>
              <a:tblPr firstRow="1" bandRow="1">
                <a:tableStyleId>{EB9631B5-78F2-41C9-869B-9F39066F8104}</a:tableStyleId>
              </a:tblPr>
              <a:tblGrid>
                <a:gridCol w="1625600">
                  <a:extLst>
                    <a:ext uri="{9D8B030D-6E8A-4147-A177-3AD203B41FA5}">
                      <a16:colId xmlns:a16="http://schemas.microsoft.com/office/drawing/2014/main" val="2055253770"/>
                    </a:ext>
                  </a:extLst>
                </a:gridCol>
                <a:gridCol w="1625600">
                  <a:extLst>
                    <a:ext uri="{9D8B030D-6E8A-4147-A177-3AD203B41FA5}">
                      <a16:colId xmlns:a16="http://schemas.microsoft.com/office/drawing/2014/main" val="1123196770"/>
                    </a:ext>
                  </a:extLst>
                </a:gridCol>
                <a:gridCol w="1625600">
                  <a:extLst>
                    <a:ext uri="{9D8B030D-6E8A-4147-A177-3AD203B41FA5}">
                      <a16:colId xmlns:a16="http://schemas.microsoft.com/office/drawing/2014/main" val="3222693907"/>
                    </a:ext>
                  </a:extLst>
                </a:gridCol>
                <a:gridCol w="1625600">
                  <a:extLst>
                    <a:ext uri="{9D8B030D-6E8A-4147-A177-3AD203B41FA5}">
                      <a16:colId xmlns:a16="http://schemas.microsoft.com/office/drawing/2014/main" val="3110192282"/>
                    </a:ext>
                  </a:extLst>
                </a:gridCol>
                <a:gridCol w="1625600">
                  <a:extLst>
                    <a:ext uri="{9D8B030D-6E8A-4147-A177-3AD203B41FA5}">
                      <a16:colId xmlns:a16="http://schemas.microsoft.com/office/drawing/2014/main" val="974647555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altLang="zh-CN" dirty="0" err="1"/>
                        <a:t>ddd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 err="1"/>
                        <a:t>sss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711298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0369992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5131406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1941050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 2007 - 2010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8862</TotalTime>
  <Words>2</Words>
  <Application>Microsoft Macintosh PowerPoint</Application>
  <PresentationFormat>宽屏</PresentationFormat>
  <Paragraphs>2</Paragraphs>
  <Slides>1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5" baseType="lpstr">
      <vt:lpstr>等线</vt:lpstr>
      <vt:lpstr>等线 Light</vt:lpstr>
      <vt:lpstr>Arial</vt:lpstr>
      <vt:lpstr>Office 主题​​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Microsoft Office User</dc:creator>
  <cp:lastModifiedBy>Microsoft Office User</cp:lastModifiedBy>
  <cp:revision>126</cp:revision>
  <dcterms:created xsi:type="dcterms:W3CDTF">2024-09-21T04:41:18Z</dcterms:created>
  <dcterms:modified xsi:type="dcterms:W3CDTF">2024-11-16T01:54:31Z</dcterms:modified>
</cp:coreProperties>
</file>